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ink/ink8.xml" ContentType="application/inkml+xml"/>
  <Override PartName="/ppt/notesSlides/notesSlide5.xml" ContentType="application/vnd.openxmlformats-officedocument.presentationml.notesSlide+xml"/>
  <Override PartName="/ppt/ink/ink9.xml" ContentType="application/inkml+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notesSlides/notesSlide7.xml" ContentType="application/vnd.openxmlformats-officedocument.presentationml.notesSlide+xml"/>
  <Override PartName="/ppt/ink/ink13.xml" ContentType="application/inkml+xml"/>
  <Override PartName="/ppt/ink/ink14.xml" ContentType="application/inkml+xml"/>
  <Override PartName="/ppt/notesSlides/notesSlide8.xml" ContentType="application/vnd.openxmlformats-officedocument.presentationml.notesSlide+xml"/>
  <Override PartName="/ppt/ink/ink15.xml" ContentType="application/inkml+xml"/>
  <Override PartName="/ppt/ink/ink16.xml" ContentType="application/inkml+xml"/>
  <Override PartName="/ppt/notesSlides/notesSlide9.xml" ContentType="application/vnd.openxmlformats-officedocument.presentationml.notesSlide+xml"/>
  <Override PartName="/ppt/ink/ink17.xml" ContentType="application/inkml+xml"/>
  <Override PartName="/ppt/ink/ink18.xml" ContentType="application/inkml+xml"/>
  <Override PartName="/ppt/notesSlides/notesSlide10.xml" ContentType="application/vnd.openxmlformats-officedocument.presentationml.notesSlide+xml"/>
  <Override PartName="/ppt/ink/ink19.xml" ContentType="application/inkml+xml"/>
  <Override PartName="/ppt/ink/ink20.xml" ContentType="application/inkml+xml"/>
  <Override PartName="/ppt/notesSlides/notesSlide11.xml" ContentType="application/vnd.openxmlformats-officedocument.presentationml.notesSlide+xml"/>
  <Override PartName="/ppt/ink/ink21.xml" ContentType="application/inkml+xml"/>
  <Override PartName="/ppt/ink/ink22.xml" ContentType="application/inkml+xml"/>
  <Override PartName="/ppt/notesSlides/notesSlide12.xml" ContentType="application/vnd.openxmlformats-officedocument.presentationml.notesSlide+xml"/>
  <Override PartName="/ppt/ink/ink23.xml" ContentType="application/inkml+xml"/>
  <Override PartName="/ppt/ink/ink24.xml" ContentType="application/inkml+xml"/>
  <Override PartName="/ppt/notesSlides/notesSlide13.xml" ContentType="application/vnd.openxmlformats-officedocument.presentationml.notesSlide+xml"/>
  <Override PartName="/ppt/ink/ink25.xml" ContentType="application/inkml+xml"/>
  <Override PartName="/ppt/ink/ink26.xml" ContentType="application/inkml+xml"/>
  <Override PartName="/ppt/notesSlides/notesSlide14.xml" ContentType="application/vnd.openxmlformats-officedocument.presentationml.notesSlide+xml"/>
  <Override PartName="/ppt/ink/ink27.xml" ContentType="application/inkml+xml"/>
  <Override PartName="/ppt/ink/ink28.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sldIdLst>
    <p:sldId id="288" r:id="rId5"/>
    <p:sldId id="300" r:id="rId6"/>
    <p:sldId id="301" r:id="rId7"/>
    <p:sldId id="294" r:id="rId8"/>
    <p:sldId id="302" r:id="rId9"/>
    <p:sldId id="295" r:id="rId10"/>
    <p:sldId id="296" r:id="rId11"/>
    <p:sldId id="305" r:id="rId12"/>
    <p:sldId id="297" r:id="rId13"/>
    <p:sldId id="303" r:id="rId14"/>
    <p:sldId id="304" r:id="rId15"/>
    <p:sldId id="306" r:id="rId16"/>
    <p:sldId id="298" r:id="rId17"/>
    <p:sldId id="299" r:id="rId18"/>
    <p:sldId id="307" r:id="rId19"/>
    <p:sldId id="293"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9DF855-2044-4378-D382-97019082214F}" name="Eda nur Saruhan" initials="" userId="S::eda.nur.saruhan@undp.org::c5d9941d-5539-4cc6-837d-40b768a4e45a" providerId="AD"/>
  <p188:author id="{5773C6ED-D5C0-6998-8565-4039F0794B89}" name="carlosnieto_r@hotmail.com" initials="ca" userId="S::urn:spo:guest#carlosnieto_r@hotmail.com::" providerId="AD"/>
  <p188:author id="{AD2977F2-1110-00CA-B921-CFBBF1E22859}" name="Ipek Beril Benli" initials="IB" userId="S::ipek.beril.benli@undp.org::8f9c5f4b-b22c-49ff-bdd5-d07e2760743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2A49"/>
    <a:srgbClr val="4618DE"/>
    <a:srgbClr val="6E1E90"/>
    <a:srgbClr val="F04A23"/>
    <a:srgbClr val="EE482C"/>
    <a:srgbClr val="4617DE"/>
    <a:srgbClr val="FE2E46"/>
    <a:srgbClr val="9D67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BCC"/>
          </a:solidFill>
        </a:fill>
      </a:tcStyle>
    </a:wholeTbl>
    <a:band2H>
      <a:tcTxStyle/>
      <a:tcStyle>
        <a:tcBdr/>
        <a:fill>
          <a:solidFill>
            <a:srgbClr val="FFF5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chemeClr val="accent5">
              <a:alpha val="20000"/>
            </a:schemeClr>
          </a:solidFill>
        </a:fill>
      </a:tcStyle>
    </a:wholeTbl>
    <a:band2H>
      <a:tcTxStyle/>
      <a:tcStyle>
        <a:tcBdr/>
        <a:fill>
          <a:solidFill>
            <a:srgbClr val="FFFFFF"/>
          </a:solidFill>
        </a:fill>
      </a:tcStyle>
    </a:band2H>
    <a:firstCol>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chemeClr val="accent5">
              <a:alpha val="20000"/>
            </a:schemeClr>
          </a:solidFill>
        </a:fill>
      </a:tcStyle>
    </a:firstCol>
    <a:lastRow>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508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noFill/>
        </a:fill>
      </a:tcStyle>
    </a:lastRow>
    <a:firstRow>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254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noFill/>
        </a:fill>
      </a:tcStyle>
    </a:firstRow>
  </a:tblStyle>
  <a:tblStyle styleId="{EEE7283C-3CF3-47DC-8721-378D4A62B228}"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4E2"/>
          </a:solidFill>
        </a:fill>
      </a:tcStyle>
    </a:wholeTbl>
    <a:band2H>
      <a:tcTxStyle/>
      <a:tcStyle>
        <a:tcBdr/>
        <a:fill>
          <a:solidFill>
            <a:srgbClr val="E9EB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FEFFFE"/>
        </a:fontRef>
        <a:srgbClr val="FEFFF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EFFFE"/>
        </a:fontRef>
        <a:srgbClr val="FEFFFE"/>
      </a:tcTxStyle>
      <a:tcStyle>
        <a:tcBdr>
          <a:left>
            <a:ln w="12700" cap="flat">
              <a:noFill/>
              <a:miter lim="400000"/>
            </a:ln>
          </a:left>
          <a:right>
            <a:ln w="12700" cap="flat">
              <a:noFill/>
              <a:miter lim="400000"/>
            </a:ln>
          </a:right>
          <a:top>
            <a:ln w="50800" cap="flat">
              <a:solidFill>
                <a:srgbClr val="FEFFFE"/>
              </a:solidFill>
              <a:prstDash val="solid"/>
              <a:round/>
            </a:ln>
          </a:top>
          <a:bottom>
            <a:ln w="25400" cap="flat">
              <a:solidFill>
                <a:srgbClr val="FEFFF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FEFFFE"/>
              </a:solidFill>
              <a:prstDash val="solid"/>
              <a:round/>
            </a:ln>
          </a:top>
          <a:bottom>
            <a:ln w="25400" cap="flat">
              <a:solidFill>
                <a:srgbClr val="FEFFF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5" name="Shape 465"/>
          <p:cNvSpPr>
            <a:spLocks noGrp="1" noRot="1" noChangeAspect="1"/>
          </p:cNvSpPr>
          <p:nvPr>
            <p:ph type="sldImg"/>
          </p:nvPr>
        </p:nvSpPr>
        <p:spPr>
          <a:xfrm>
            <a:off x="1143000" y="685800"/>
            <a:ext cx="4572000" cy="3429000"/>
          </a:xfrm>
          <a:prstGeom prst="rect">
            <a:avLst/>
          </a:prstGeom>
        </p:spPr>
        <p:txBody>
          <a:bodyPr/>
          <a:lstStyle/>
          <a:p>
            <a:endParaRPr/>
          </a:p>
        </p:txBody>
      </p:sp>
      <p:sp>
        <p:nvSpPr>
          <p:cNvPr id="466" name="Shape 46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95464-F391-93ED-7B98-A02FE5097AB0}"/>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C5EECC8D-7BCB-492C-3FF7-ADCB1002AA4D}"/>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BCA6E79A-3495-0165-CFCD-56DAA33B228C}"/>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14448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E7DA0-D4E8-AD11-1192-B465F98C5B24}"/>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FEFE5173-A31A-304A-D6CD-99D7B3F0FEAC}"/>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BF14D7CC-F3A8-4EEC-1E14-1592FCA87577}"/>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935487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CDEE7-B1C7-B77E-9460-BDE95D7C0DF5}"/>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69F37EDA-5D74-3B16-92DD-CF07C258294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1B60B6DF-8EAE-1B03-A620-A4433DA2AE70}"/>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616674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88A2-2D02-CC87-D300-2B7E491B3933}"/>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906E11A6-2667-98A1-5C80-C5ED5824FEBE}"/>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20641360-96F9-8A49-0EB1-A7BA3B3B085F}"/>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030202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A7C2E-EBAA-1BDE-FCD9-9C8AB269A4E2}"/>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247FD5B4-2DF6-DCB8-6709-171B39B0EB0A}"/>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D9FCBFE0-A071-C3C4-7BC6-CAF8CD736CD0}"/>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048052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37F58-0EE9-57C0-F23D-6FA1D86FE344}"/>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9F7A9DA8-F123-49A4-2DB2-34A3BFE92887}"/>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72FD127C-9986-32AC-ABA6-7C8323B33271}"/>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395687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DA4BB-AC8F-AFDC-4A7A-B9E759B730F8}"/>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DD914955-04C5-FF79-2BBF-6AF4C3095F6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9ABBAAEE-BFA4-6829-4F8E-41E90D9668AC}"/>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568737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86882-91D5-E30B-CDA7-8347FDDFF77E}"/>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ABB68E14-0D97-6D3D-9800-C8F2EF0E7980}"/>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9791969B-46BF-1D96-2893-C97A92F67FC3}"/>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458441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1FF3-2CB4-A0A9-8D59-EEE347EC080B}"/>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A20F5A0E-99D2-C9A2-D498-2941D5CB67A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CB16CDB5-726D-9526-4102-463E6743F904}"/>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962198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8521C-5CAF-491E-5F39-F94CFCD391D7}"/>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51B41F7F-66E9-01FC-78B5-14E574B9EB8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AB9BF9A2-29AB-3CAE-6BA5-1359235D61DB}"/>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412009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B81C0-F737-D934-E73F-59993610C058}"/>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880514EC-D82D-60FC-2DA2-6772C38443D9}"/>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EB0F10C3-2B7D-4E1F-127B-C8704B74C9DD}"/>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128897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F45B-8B02-C5DD-D869-93034876BD48}"/>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AD5E7362-F7D3-FFB6-04DC-5636B37CC06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E6C4D10E-6A8B-C14B-2663-3F8F2EB11C26}"/>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3367330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E4114-9B89-AA4D-2458-D97F667E106C}"/>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02190088-3BA2-17A5-7904-AD57320021B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0AD0FBAF-AF1B-AAE1-C5CC-957B86E8FC73}"/>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764064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E4114-9B89-AA4D-2458-D97F667E106C}"/>
            </a:ext>
          </a:extLst>
        </p:cNvPr>
        <p:cNvGrpSpPr/>
        <p:nvPr/>
      </p:nvGrpSpPr>
      <p:grpSpPr>
        <a:xfrm>
          <a:off x="0" y="0"/>
          <a:ext cx="0" cy="0"/>
          <a:chOff x="0" y="0"/>
          <a:chExt cx="0" cy="0"/>
        </a:xfrm>
      </p:grpSpPr>
      <p:sp>
        <p:nvSpPr>
          <p:cNvPr id="501" name="Shape 501">
            <a:extLst>
              <a:ext uri="{FF2B5EF4-FFF2-40B4-BE49-F238E27FC236}">
                <a16:creationId xmlns:a16="http://schemas.microsoft.com/office/drawing/2014/main" id="{02190088-3BA2-17A5-7904-AD57320021B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a:extLst>
              <a:ext uri="{FF2B5EF4-FFF2-40B4-BE49-F238E27FC236}">
                <a16:creationId xmlns:a16="http://schemas.microsoft.com/office/drawing/2014/main" id="{0AD0FBAF-AF1B-AAE1-C5CC-957B86E8FC73}"/>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243216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3_Section Header">
    <p:spTree>
      <p:nvGrpSpPr>
        <p:cNvPr id="1" name=""/>
        <p:cNvGrpSpPr/>
        <p:nvPr/>
      </p:nvGrpSpPr>
      <p:grpSpPr>
        <a:xfrm>
          <a:off x="0" y="0"/>
          <a:ext cx="0" cy="0"/>
          <a:chOff x="0" y="0"/>
          <a:chExt cx="0" cy="0"/>
        </a:xfrm>
      </p:grpSpPr>
      <p:sp>
        <p:nvSpPr>
          <p:cNvPr id="27"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4_Two Content">
    <p:spTree>
      <p:nvGrpSpPr>
        <p:cNvPr id="1" name=""/>
        <p:cNvGrpSpPr/>
        <p:nvPr/>
      </p:nvGrpSpPr>
      <p:grpSpPr>
        <a:xfrm>
          <a:off x="0" y="0"/>
          <a:ext cx="0" cy="0"/>
          <a:chOff x="0" y="0"/>
          <a:chExt cx="0" cy="0"/>
        </a:xfrm>
      </p:grpSpPr>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3_Title Only">
    <p:spTree>
      <p:nvGrpSpPr>
        <p:cNvPr id="1" name=""/>
        <p:cNvGrpSpPr/>
        <p:nvPr/>
      </p:nvGrpSpPr>
      <p:grpSpPr>
        <a:xfrm>
          <a:off x="0" y="0"/>
          <a:ext cx="0" cy="0"/>
          <a:chOff x="0" y="0"/>
          <a:chExt cx="0" cy="0"/>
        </a:xfrm>
      </p:grpSpPr>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3_Blank">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3_Content with Caption">
    <p:bg>
      <p:bgPr>
        <a:solidFill>
          <a:srgbClr val="2B2551"/>
        </a:solidFill>
        <a:effectLst/>
      </p:bgPr>
    </p:bg>
    <p:spTree>
      <p:nvGrpSpPr>
        <p:cNvPr id="1" name=""/>
        <p:cNvGrpSpPr/>
        <p:nvPr/>
      </p:nvGrpSpPr>
      <p:grpSpPr>
        <a:xfrm>
          <a:off x="0" y="0"/>
          <a:ext cx="0" cy="0"/>
          <a:chOff x="0" y="0"/>
          <a:chExt cx="0" cy="0"/>
        </a:xfrm>
      </p:grpSpPr>
      <p:pic>
        <p:nvPicPr>
          <p:cNvPr id="63"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64"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65"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66"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67"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68"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6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3_Picture with Caption">
    <p:bg>
      <p:bgPr>
        <a:solidFill>
          <a:srgbClr val="2B2551"/>
        </a:solidFill>
        <a:effectLst/>
      </p:bgPr>
    </p:bg>
    <p:spTree>
      <p:nvGrpSpPr>
        <p:cNvPr id="1" name=""/>
        <p:cNvGrpSpPr/>
        <p:nvPr/>
      </p:nvGrpSpPr>
      <p:grpSpPr>
        <a:xfrm>
          <a:off x="0" y="0"/>
          <a:ext cx="0" cy="0"/>
          <a:chOff x="0" y="0"/>
          <a:chExt cx="0" cy="0"/>
        </a:xfrm>
      </p:grpSpPr>
      <p:pic>
        <p:nvPicPr>
          <p:cNvPr id="7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7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7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8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81"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2"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3"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3_Blue background">
    <p:bg>
      <p:bgPr>
        <a:solidFill>
          <a:srgbClr val="2B2551"/>
        </a:solidFill>
        <a:effectLst/>
      </p:bgPr>
    </p:bg>
    <p:spTree>
      <p:nvGrpSpPr>
        <p:cNvPr id="1" name=""/>
        <p:cNvGrpSpPr/>
        <p:nvPr/>
      </p:nvGrpSpPr>
      <p:grpSpPr>
        <a:xfrm>
          <a:off x="0" y="0"/>
          <a:ext cx="0" cy="0"/>
          <a:chOff x="0" y="0"/>
          <a:chExt cx="0" cy="0"/>
        </a:xfrm>
      </p:grpSpPr>
      <p:sp>
        <p:nvSpPr>
          <p:cNvPr id="91"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2_Title Slide">
    <p:bg>
      <p:bgPr>
        <a:solidFill>
          <a:srgbClr val="2B2551"/>
        </a:solidFill>
        <a:effectLst/>
      </p:bgPr>
    </p:bg>
    <p:spTree>
      <p:nvGrpSpPr>
        <p:cNvPr id="1" name=""/>
        <p:cNvGrpSpPr/>
        <p:nvPr/>
      </p:nvGrpSpPr>
      <p:grpSpPr>
        <a:xfrm>
          <a:off x="0" y="0"/>
          <a:ext cx="0" cy="0"/>
          <a:chOff x="0" y="0"/>
          <a:chExt cx="0" cy="0"/>
        </a:xfrm>
      </p:grpSpPr>
      <p:pic>
        <p:nvPicPr>
          <p:cNvPr id="9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9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0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0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02"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03"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2B2551"/>
        </a:solidFill>
        <a:effectLst/>
      </p:bgPr>
    </p:bg>
    <p:spTree>
      <p:nvGrpSpPr>
        <p:cNvPr id="1" name=""/>
        <p:cNvGrpSpPr/>
        <p:nvPr/>
      </p:nvGrpSpPr>
      <p:grpSpPr>
        <a:xfrm>
          <a:off x="0" y="0"/>
          <a:ext cx="0" cy="0"/>
          <a:chOff x="0" y="0"/>
          <a:chExt cx="0" cy="0"/>
        </a:xfrm>
      </p:grpSpPr>
      <p:pic>
        <p:nvPicPr>
          <p:cNvPr id="11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1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1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1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15" name="Title Text"/>
          <p:cNvSpPr txBox="1">
            <a:spLocks noGrp="1"/>
          </p:cNvSpPr>
          <p:nvPr>
            <p:ph type="title"/>
          </p:nvPr>
        </p:nvSpPr>
        <p:spPr>
          <a:prstGeom prst="rect">
            <a:avLst/>
          </a:prstGeom>
        </p:spPr>
        <p:txBody>
          <a:bodyPr/>
          <a:lstStyle/>
          <a:p>
            <a:r>
              <a:t>Title Text</a:t>
            </a:r>
          </a:p>
        </p:txBody>
      </p:sp>
      <p:sp>
        <p:nvSpPr>
          <p:cNvPr id="11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2_Section Header">
    <p:bg>
      <p:bgPr>
        <a:solidFill>
          <a:srgbClr val="2B2551"/>
        </a:solidFill>
        <a:effectLst/>
      </p:bgPr>
    </p:bg>
    <p:spTree>
      <p:nvGrpSpPr>
        <p:cNvPr id="1" name=""/>
        <p:cNvGrpSpPr/>
        <p:nvPr/>
      </p:nvGrpSpPr>
      <p:grpSpPr>
        <a:xfrm>
          <a:off x="0" y="0"/>
          <a:ext cx="0" cy="0"/>
          <a:chOff x="0" y="0"/>
          <a:chExt cx="0" cy="0"/>
        </a:xfrm>
      </p:grpSpPr>
      <p:pic>
        <p:nvPicPr>
          <p:cNvPr id="12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2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2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2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28"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129"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_Two Content">
    <p:bg>
      <p:bgPr>
        <a:solidFill>
          <a:srgbClr val="2B2551"/>
        </a:solidFill>
        <a:effectLst/>
      </p:bgPr>
    </p:bg>
    <p:spTree>
      <p:nvGrpSpPr>
        <p:cNvPr id="1" name=""/>
        <p:cNvGrpSpPr/>
        <p:nvPr/>
      </p:nvGrpSpPr>
      <p:grpSpPr>
        <a:xfrm>
          <a:off x="0" y="0"/>
          <a:ext cx="0" cy="0"/>
          <a:chOff x="0" y="0"/>
          <a:chExt cx="0" cy="0"/>
        </a:xfrm>
      </p:grpSpPr>
      <p:pic>
        <p:nvPicPr>
          <p:cNvPr id="13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3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3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4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41"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142"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2_Title Only">
    <p:bg>
      <p:bgPr>
        <a:solidFill>
          <a:srgbClr val="2B2551"/>
        </a:solidFill>
        <a:effectLst/>
      </p:bgPr>
    </p:bg>
    <p:spTree>
      <p:nvGrpSpPr>
        <p:cNvPr id="1" name=""/>
        <p:cNvGrpSpPr/>
        <p:nvPr/>
      </p:nvGrpSpPr>
      <p:grpSpPr>
        <a:xfrm>
          <a:off x="0" y="0"/>
          <a:ext cx="0" cy="0"/>
          <a:chOff x="0" y="0"/>
          <a:chExt cx="0" cy="0"/>
        </a:xfrm>
      </p:grpSpPr>
      <p:pic>
        <p:nvPicPr>
          <p:cNvPr id="16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6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6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6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68"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1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2_Blank">
    <p:bg>
      <p:bgPr>
        <a:solidFill>
          <a:srgbClr val="2B2551"/>
        </a:solidFill>
        <a:effectLst/>
      </p:bgPr>
    </p:bg>
    <p:spTree>
      <p:nvGrpSpPr>
        <p:cNvPr id="1" name=""/>
        <p:cNvGrpSpPr/>
        <p:nvPr/>
      </p:nvGrpSpPr>
      <p:grpSpPr>
        <a:xfrm>
          <a:off x="0" y="0"/>
          <a:ext cx="0" cy="0"/>
          <a:chOff x="0" y="0"/>
          <a:chExt cx="0" cy="0"/>
        </a:xfrm>
      </p:grpSpPr>
      <p:pic>
        <p:nvPicPr>
          <p:cNvPr id="176"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77"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78"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79"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2_Content with Caption">
    <p:bg>
      <p:bgPr>
        <a:solidFill>
          <a:srgbClr val="2B2551"/>
        </a:solidFill>
        <a:effectLst/>
      </p:bgPr>
    </p:bg>
    <p:spTree>
      <p:nvGrpSpPr>
        <p:cNvPr id="1" name=""/>
        <p:cNvGrpSpPr/>
        <p:nvPr/>
      </p:nvGrpSpPr>
      <p:grpSpPr>
        <a:xfrm>
          <a:off x="0" y="0"/>
          <a:ext cx="0" cy="0"/>
          <a:chOff x="0" y="0"/>
          <a:chExt cx="0" cy="0"/>
        </a:xfrm>
      </p:grpSpPr>
      <p:pic>
        <p:nvPicPr>
          <p:cNvPr id="18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8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8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9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91"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192"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193"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2_Picture with Caption">
    <p:bg>
      <p:bgPr>
        <a:solidFill>
          <a:srgbClr val="2B2551"/>
        </a:solidFill>
        <a:effectLst/>
      </p:bgPr>
    </p:bg>
    <p:spTree>
      <p:nvGrpSpPr>
        <p:cNvPr id="1" name=""/>
        <p:cNvGrpSpPr/>
        <p:nvPr/>
      </p:nvGrpSpPr>
      <p:grpSpPr>
        <a:xfrm>
          <a:off x="0" y="0"/>
          <a:ext cx="0" cy="0"/>
          <a:chOff x="0" y="0"/>
          <a:chExt cx="0" cy="0"/>
        </a:xfrm>
      </p:grpSpPr>
      <p:pic>
        <p:nvPicPr>
          <p:cNvPr id="20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0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0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0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05"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206"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207"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2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2_Blue background">
    <p:bg>
      <p:bgPr>
        <a:solidFill>
          <a:srgbClr val="2B2551"/>
        </a:solidFill>
        <a:effectLst/>
      </p:bgPr>
    </p:bg>
    <p:spTree>
      <p:nvGrpSpPr>
        <p:cNvPr id="1" name=""/>
        <p:cNvGrpSpPr/>
        <p:nvPr/>
      </p:nvGrpSpPr>
      <p:grpSpPr>
        <a:xfrm>
          <a:off x="0" y="0"/>
          <a:ext cx="0" cy="0"/>
          <a:chOff x="0" y="0"/>
          <a:chExt cx="0" cy="0"/>
        </a:xfrm>
      </p:grpSpPr>
      <p:sp>
        <p:nvSpPr>
          <p:cNvPr id="215"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1_Title Slide">
    <p:bg>
      <p:bgPr>
        <a:solidFill>
          <a:srgbClr val="2B2551"/>
        </a:solidFill>
        <a:effectLst/>
      </p:bgPr>
    </p:bg>
    <p:spTree>
      <p:nvGrpSpPr>
        <p:cNvPr id="1" name=""/>
        <p:cNvGrpSpPr/>
        <p:nvPr/>
      </p:nvGrpSpPr>
      <p:grpSpPr>
        <a:xfrm>
          <a:off x="0" y="0"/>
          <a:ext cx="0" cy="0"/>
          <a:chOff x="0" y="0"/>
          <a:chExt cx="0" cy="0"/>
        </a:xfrm>
      </p:grpSpPr>
      <p:pic>
        <p:nvPicPr>
          <p:cNvPr id="222"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23"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24"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25"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26"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227"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2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1_Title and Content">
    <p:bg>
      <p:bgPr>
        <a:solidFill>
          <a:srgbClr val="2B2551"/>
        </a:solidFill>
        <a:effectLst/>
      </p:bgPr>
    </p:bg>
    <p:spTree>
      <p:nvGrpSpPr>
        <p:cNvPr id="1" name=""/>
        <p:cNvGrpSpPr/>
        <p:nvPr/>
      </p:nvGrpSpPr>
      <p:grpSpPr>
        <a:xfrm>
          <a:off x="0" y="0"/>
          <a:ext cx="0" cy="0"/>
          <a:chOff x="0" y="0"/>
          <a:chExt cx="0" cy="0"/>
        </a:xfrm>
      </p:grpSpPr>
      <p:pic>
        <p:nvPicPr>
          <p:cNvPr id="23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3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3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3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39" name="Title Text"/>
          <p:cNvSpPr txBox="1">
            <a:spLocks noGrp="1"/>
          </p:cNvSpPr>
          <p:nvPr>
            <p:ph type="title"/>
          </p:nvPr>
        </p:nvSpPr>
        <p:spPr>
          <a:prstGeom prst="rect">
            <a:avLst/>
          </a:prstGeom>
        </p:spPr>
        <p:txBody>
          <a:bodyPr/>
          <a:lstStyle/>
          <a:p>
            <a:r>
              <a:t>Title Text</a:t>
            </a:r>
          </a:p>
        </p:txBody>
      </p:sp>
      <p:sp>
        <p:nvSpPr>
          <p:cNvPr id="240"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1_Section Header">
    <p:bg>
      <p:bgPr>
        <a:solidFill>
          <a:srgbClr val="2B2551"/>
        </a:solidFill>
        <a:effectLst/>
      </p:bgPr>
    </p:bg>
    <p:spTree>
      <p:nvGrpSpPr>
        <p:cNvPr id="1" name=""/>
        <p:cNvGrpSpPr/>
        <p:nvPr/>
      </p:nvGrpSpPr>
      <p:grpSpPr>
        <a:xfrm>
          <a:off x="0" y="0"/>
          <a:ext cx="0" cy="0"/>
          <a:chOff x="0" y="0"/>
          <a:chExt cx="0" cy="0"/>
        </a:xfrm>
      </p:grpSpPr>
      <p:pic>
        <p:nvPicPr>
          <p:cNvPr id="24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4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5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5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52"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25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2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2_Two Content">
    <p:bg>
      <p:bgPr>
        <a:solidFill>
          <a:srgbClr val="2B2551"/>
        </a:solidFill>
        <a:effectLst/>
      </p:bgPr>
    </p:bg>
    <p:spTree>
      <p:nvGrpSpPr>
        <p:cNvPr id="1" name=""/>
        <p:cNvGrpSpPr/>
        <p:nvPr/>
      </p:nvGrpSpPr>
      <p:grpSpPr>
        <a:xfrm>
          <a:off x="0" y="0"/>
          <a:ext cx="0" cy="0"/>
          <a:chOff x="0" y="0"/>
          <a:chExt cx="0" cy="0"/>
        </a:xfrm>
      </p:grpSpPr>
      <p:pic>
        <p:nvPicPr>
          <p:cNvPr id="26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6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6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6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65"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266"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1_Comparison">
    <p:bg>
      <p:bgPr>
        <a:solidFill>
          <a:srgbClr val="2B2551"/>
        </a:solidFill>
        <a:effectLst/>
      </p:bgPr>
    </p:bg>
    <p:spTree>
      <p:nvGrpSpPr>
        <p:cNvPr id="1" name=""/>
        <p:cNvGrpSpPr/>
        <p:nvPr/>
      </p:nvGrpSpPr>
      <p:grpSpPr>
        <a:xfrm>
          <a:off x="0" y="0"/>
          <a:ext cx="0" cy="0"/>
          <a:chOff x="0" y="0"/>
          <a:chExt cx="0" cy="0"/>
        </a:xfrm>
      </p:grpSpPr>
      <p:pic>
        <p:nvPicPr>
          <p:cNvPr id="27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7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7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7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78" name="Body Level One…"/>
          <p:cNvSpPr txBox="1">
            <a:spLocks noGrp="1"/>
          </p:cNvSpPr>
          <p:nvPr>
            <p:ph type="body" sz="quarter" idx="1"/>
          </p:nvPr>
        </p:nvSpPr>
        <p:spPr>
          <a:xfrm>
            <a:off x="1039652" y="1987368"/>
            <a:ext cx="4957923" cy="597100"/>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279" name="Text Placeholder 4"/>
          <p:cNvSpPr>
            <a:spLocks noGrp="1"/>
          </p:cNvSpPr>
          <p:nvPr>
            <p:ph type="body" sz="quarter" idx="21"/>
          </p:nvPr>
        </p:nvSpPr>
        <p:spPr>
          <a:xfrm>
            <a:off x="6172200" y="1987367"/>
            <a:ext cx="4980148" cy="601050"/>
          </a:xfrm>
          <a:prstGeom prst="rect">
            <a:avLst/>
          </a:prstGeom>
        </p:spPr>
        <p:txBody>
          <a:bodyPr anchor="b"/>
          <a:lstStyle/>
          <a:p>
            <a:pPr marL="0" indent="0">
              <a:buSzTx/>
              <a:buFontTx/>
              <a:buNone/>
              <a:defRPr sz="2400" b="1"/>
            </a:pPr>
            <a:endParaRPr/>
          </a:p>
        </p:txBody>
      </p:sp>
      <p:sp>
        <p:nvSpPr>
          <p:cNvPr id="280"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2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1_Title Only">
    <p:bg>
      <p:bgPr>
        <a:solidFill>
          <a:srgbClr val="2B2551"/>
        </a:solidFill>
        <a:effectLst/>
      </p:bgPr>
    </p:bg>
    <p:spTree>
      <p:nvGrpSpPr>
        <p:cNvPr id="1" name=""/>
        <p:cNvGrpSpPr/>
        <p:nvPr/>
      </p:nvGrpSpPr>
      <p:grpSpPr>
        <a:xfrm>
          <a:off x="0" y="0"/>
          <a:ext cx="0" cy="0"/>
          <a:chOff x="0" y="0"/>
          <a:chExt cx="0" cy="0"/>
        </a:xfrm>
      </p:grpSpPr>
      <p:pic>
        <p:nvPicPr>
          <p:cNvPr id="28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8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9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9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92"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2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1_Blank">
    <p:bg>
      <p:bgPr>
        <a:solidFill>
          <a:srgbClr val="2B2551"/>
        </a:solidFill>
        <a:effectLst/>
      </p:bgPr>
    </p:bg>
    <p:spTree>
      <p:nvGrpSpPr>
        <p:cNvPr id="1" name=""/>
        <p:cNvGrpSpPr/>
        <p:nvPr/>
      </p:nvGrpSpPr>
      <p:grpSpPr>
        <a:xfrm>
          <a:off x="0" y="0"/>
          <a:ext cx="0" cy="0"/>
          <a:chOff x="0" y="0"/>
          <a:chExt cx="0" cy="0"/>
        </a:xfrm>
      </p:grpSpPr>
      <p:pic>
        <p:nvPicPr>
          <p:cNvPr id="300"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01"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02"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03"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1_Content with Caption">
    <p:bg>
      <p:bgPr>
        <a:solidFill>
          <a:srgbClr val="2B2551"/>
        </a:solidFill>
        <a:effectLst/>
      </p:bgPr>
    </p:bg>
    <p:spTree>
      <p:nvGrpSpPr>
        <p:cNvPr id="1" name=""/>
        <p:cNvGrpSpPr/>
        <p:nvPr/>
      </p:nvGrpSpPr>
      <p:grpSpPr>
        <a:xfrm>
          <a:off x="0" y="0"/>
          <a:ext cx="0" cy="0"/>
          <a:chOff x="0" y="0"/>
          <a:chExt cx="0" cy="0"/>
        </a:xfrm>
      </p:grpSpPr>
      <p:pic>
        <p:nvPicPr>
          <p:cNvPr id="31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1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1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1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15"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316"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317"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3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1_Picture with Caption">
    <p:bg>
      <p:bgPr>
        <a:solidFill>
          <a:srgbClr val="2B2551"/>
        </a:solidFill>
        <a:effectLst/>
      </p:bgPr>
    </p:bg>
    <p:spTree>
      <p:nvGrpSpPr>
        <p:cNvPr id="1" name=""/>
        <p:cNvGrpSpPr/>
        <p:nvPr/>
      </p:nvGrpSpPr>
      <p:grpSpPr>
        <a:xfrm>
          <a:off x="0" y="0"/>
          <a:ext cx="0" cy="0"/>
          <a:chOff x="0" y="0"/>
          <a:chExt cx="0" cy="0"/>
        </a:xfrm>
      </p:grpSpPr>
      <p:pic>
        <p:nvPicPr>
          <p:cNvPr id="32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2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2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2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2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33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33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1_Blue background">
    <p:bg>
      <p:bgPr>
        <a:solidFill>
          <a:srgbClr val="2B2551"/>
        </a:solidFill>
        <a:effectLst/>
      </p:bgPr>
    </p:bg>
    <p:spTree>
      <p:nvGrpSpPr>
        <p:cNvPr id="1" name=""/>
        <p:cNvGrpSpPr/>
        <p:nvPr/>
      </p:nvGrpSpPr>
      <p:grpSpPr>
        <a:xfrm>
          <a:off x="0" y="0"/>
          <a:ext cx="0" cy="0"/>
          <a:chOff x="0" y="0"/>
          <a:chExt cx="0" cy="0"/>
        </a:xfrm>
      </p:grpSpPr>
      <p:sp>
        <p:nvSpPr>
          <p:cNvPr id="339"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Title Slide">
    <p:bg>
      <p:bgPr>
        <a:solidFill>
          <a:srgbClr val="2B2551"/>
        </a:solidFill>
        <a:effectLst/>
      </p:bgPr>
    </p:bg>
    <p:spTree>
      <p:nvGrpSpPr>
        <p:cNvPr id="1" name=""/>
        <p:cNvGrpSpPr/>
        <p:nvPr/>
      </p:nvGrpSpPr>
      <p:grpSpPr>
        <a:xfrm>
          <a:off x="0" y="0"/>
          <a:ext cx="0" cy="0"/>
          <a:chOff x="0" y="0"/>
          <a:chExt cx="0" cy="0"/>
        </a:xfrm>
      </p:grpSpPr>
      <p:pic>
        <p:nvPicPr>
          <p:cNvPr id="346"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47"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48"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49"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50"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351"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3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2B2551"/>
        </a:solidFill>
        <a:effectLst/>
      </p:bgPr>
    </p:bg>
    <p:spTree>
      <p:nvGrpSpPr>
        <p:cNvPr id="1" name=""/>
        <p:cNvGrpSpPr/>
        <p:nvPr/>
      </p:nvGrpSpPr>
      <p:grpSpPr>
        <a:xfrm>
          <a:off x="0" y="0"/>
          <a:ext cx="0" cy="0"/>
          <a:chOff x="0" y="0"/>
          <a:chExt cx="0" cy="0"/>
        </a:xfrm>
      </p:grpSpPr>
      <p:pic>
        <p:nvPicPr>
          <p:cNvPr id="359"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60"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61"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62"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63" name="Title Text"/>
          <p:cNvSpPr txBox="1">
            <a:spLocks noGrp="1"/>
          </p:cNvSpPr>
          <p:nvPr>
            <p:ph type="title"/>
          </p:nvPr>
        </p:nvSpPr>
        <p:spPr>
          <a:prstGeom prst="rect">
            <a:avLst/>
          </a:prstGeom>
        </p:spPr>
        <p:txBody>
          <a:bodyPr/>
          <a:lstStyle/>
          <a:p>
            <a:r>
              <a:t>Title Text</a:t>
            </a:r>
          </a:p>
        </p:txBody>
      </p:sp>
      <p:sp>
        <p:nvSpPr>
          <p:cNvPr id="364"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2B2551"/>
        </a:solidFill>
        <a:effectLst/>
      </p:bgPr>
    </p:bg>
    <p:spTree>
      <p:nvGrpSpPr>
        <p:cNvPr id="1" name=""/>
        <p:cNvGrpSpPr/>
        <p:nvPr/>
      </p:nvGrpSpPr>
      <p:grpSpPr>
        <a:xfrm>
          <a:off x="0" y="0"/>
          <a:ext cx="0" cy="0"/>
          <a:chOff x="0" y="0"/>
          <a:chExt cx="0" cy="0"/>
        </a:xfrm>
      </p:grpSpPr>
      <p:pic>
        <p:nvPicPr>
          <p:cNvPr id="372"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73"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74"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75"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76"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77"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3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1_Two Content">
    <p:spTree>
      <p:nvGrpSpPr>
        <p:cNvPr id="1" name=""/>
        <p:cNvGrpSpPr/>
        <p:nvPr/>
      </p:nvGrpSpPr>
      <p:grpSpPr>
        <a:xfrm>
          <a:off x="0" y="0"/>
          <a:ext cx="0" cy="0"/>
          <a:chOff x="0" y="0"/>
          <a:chExt cx="0" cy="0"/>
        </a:xfrm>
      </p:grpSpPr>
      <p:sp>
        <p:nvSpPr>
          <p:cNvPr id="385"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386"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Comparison">
    <p:bg>
      <p:bgPr>
        <a:solidFill>
          <a:srgbClr val="2B2551"/>
        </a:solidFill>
        <a:effectLst/>
      </p:bgPr>
    </p:bg>
    <p:spTree>
      <p:nvGrpSpPr>
        <p:cNvPr id="1" name=""/>
        <p:cNvGrpSpPr/>
        <p:nvPr/>
      </p:nvGrpSpPr>
      <p:grpSpPr>
        <a:xfrm>
          <a:off x="0" y="0"/>
          <a:ext cx="0" cy="0"/>
          <a:chOff x="0" y="0"/>
          <a:chExt cx="0" cy="0"/>
        </a:xfrm>
      </p:grpSpPr>
      <p:pic>
        <p:nvPicPr>
          <p:cNvPr id="39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9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9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9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98" name="Body Level One…"/>
          <p:cNvSpPr txBox="1">
            <a:spLocks noGrp="1"/>
          </p:cNvSpPr>
          <p:nvPr>
            <p:ph type="body" sz="quarter" idx="1"/>
          </p:nvPr>
        </p:nvSpPr>
        <p:spPr>
          <a:xfrm>
            <a:off x="1039652" y="1987368"/>
            <a:ext cx="4957923" cy="597100"/>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399" name="Text Placeholder 4"/>
          <p:cNvSpPr>
            <a:spLocks noGrp="1"/>
          </p:cNvSpPr>
          <p:nvPr>
            <p:ph type="body" sz="quarter" idx="21"/>
          </p:nvPr>
        </p:nvSpPr>
        <p:spPr>
          <a:xfrm>
            <a:off x="6172200" y="1987367"/>
            <a:ext cx="4980148" cy="601050"/>
          </a:xfrm>
          <a:prstGeom prst="rect">
            <a:avLst/>
          </a:prstGeom>
        </p:spPr>
        <p:txBody>
          <a:bodyPr anchor="b"/>
          <a:lstStyle/>
          <a:p>
            <a:pPr marL="0" indent="0">
              <a:buSzTx/>
              <a:buFontTx/>
              <a:buNone/>
              <a:defRPr sz="2400" b="1"/>
            </a:pPr>
            <a:endParaRPr/>
          </a:p>
        </p:txBody>
      </p:sp>
      <p:sp>
        <p:nvSpPr>
          <p:cNvPr id="400"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4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Only">
    <p:bg>
      <p:bgPr>
        <a:solidFill>
          <a:srgbClr val="2B2551"/>
        </a:solidFill>
        <a:effectLst/>
      </p:bgPr>
    </p:bg>
    <p:spTree>
      <p:nvGrpSpPr>
        <p:cNvPr id="1" name=""/>
        <p:cNvGrpSpPr/>
        <p:nvPr/>
      </p:nvGrpSpPr>
      <p:grpSpPr>
        <a:xfrm>
          <a:off x="0" y="0"/>
          <a:ext cx="0" cy="0"/>
          <a:chOff x="0" y="0"/>
          <a:chExt cx="0" cy="0"/>
        </a:xfrm>
      </p:grpSpPr>
      <p:pic>
        <p:nvPicPr>
          <p:cNvPr id="40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0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1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1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12"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4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Blank">
    <p:bg>
      <p:bgPr>
        <a:solidFill>
          <a:srgbClr val="2B2551"/>
        </a:solidFill>
        <a:effectLst/>
      </p:bgPr>
    </p:bg>
    <p:spTree>
      <p:nvGrpSpPr>
        <p:cNvPr id="1" name=""/>
        <p:cNvGrpSpPr/>
        <p:nvPr/>
      </p:nvGrpSpPr>
      <p:grpSpPr>
        <a:xfrm>
          <a:off x="0" y="0"/>
          <a:ext cx="0" cy="0"/>
          <a:chOff x="0" y="0"/>
          <a:chExt cx="0" cy="0"/>
        </a:xfrm>
      </p:grpSpPr>
      <p:pic>
        <p:nvPicPr>
          <p:cNvPr id="420"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21"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22"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23"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2B2551"/>
        </a:solidFill>
        <a:effectLst/>
      </p:bgPr>
    </p:bg>
    <p:spTree>
      <p:nvGrpSpPr>
        <p:cNvPr id="1" name=""/>
        <p:cNvGrpSpPr/>
        <p:nvPr/>
      </p:nvGrpSpPr>
      <p:grpSpPr>
        <a:xfrm>
          <a:off x="0" y="0"/>
          <a:ext cx="0" cy="0"/>
          <a:chOff x="0" y="0"/>
          <a:chExt cx="0" cy="0"/>
        </a:xfrm>
      </p:grpSpPr>
      <p:pic>
        <p:nvPicPr>
          <p:cNvPr id="43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3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3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3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35"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436"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437"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4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2B2551"/>
        </a:solidFill>
        <a:effectLst/>
      </p:bgPr>
    </p:bg>
    <p:spTree>
      <p:nvGrpSpPr>
        <p:cNvPr id="1" name=""/>
        <p:cNvGrpSpPr/>
        <p:nvPr/>
      </p:nvGrpSpPr>
      <p:grpSpPr>
        <a:xfrm>
          <a:off x="0" y="0"/>
          <a:ext cx="0" cy="0"/>
          <a:chOff x="0" y="0"/>
          <a:chExt cx="0" cy="0"/>
        </a:xfrm>
      </p:grpSpPr>
      <p:pic>
        <p:nvPicPr>
          <p:cNvPr id="44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4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4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4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4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45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45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Blue background">
    <p:bg>
      <p:bgPr>
        <a:solidFill>
          <a:srgbClr val="2B2551"/>
        </a:solidFill>
        <a:effectLst/>
      </p:bgPr>
    </p:bg>
    <p:spTree>
      <p:nvGrpSpPr>
        <p:cNvPr id="1" name=""/>
        <p:cNvGrpSpPr/>
        <p:nvPr/>
      </p:nvGrpSpPr>
      <p:grpSpPr>
        <a:xfrm>
          <a:off x="0" y="0"/>
          <a:ext cx="0" cy="0"/>
          <a:chOff x="0" y="0"/>
          <a:chExt cx="0" cy="0"/>
        </a:xfrm>
      </p:grpSpPr>
      <p:sp>
        <p:nvSpPr>
          <p:cNvPr id="459"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78B4-4C54-AF5B-2929-7967B5D72587}"/>
              </a:ext>
            </a:extLst>
          </p:cNvPr>
          <p:cNvSpPr>
            <a:spLocks noGrp="1"/>
          </p:cNvSpPr>
          <p:nvPr>
            <p:ph type="title"/>
          </p:nvPr>
        </p:nvSpPr>
        <p:spPr>
          <a:xfrm>
            <a:off x="1039653" y="1153987"/>
            <a:ext cx="10112695" cy="92125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74E1BF71-B4F8-FDC2-D3CE-E4B9824A5AE0}"/>
              </a:ext>
            </a:extLst>
          </p:cNvPr>
          <p:cNvSpPr>
            <a:spLocks noGrp="1"/>
          </p:cNvSpPr>
          <p:nvPr>
            <p:ph sz="half" idx="1"/>
          </p:nvPr>
        </p:nvSpPr>
        <p:spPr>
          <a:xfrm>
            <a:off x="1039653" y="2087362"/>
            <a:ext cx="4919546" cy="408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2507F9-B1BA-85ED-15EE-A276F4A78836}"/>
              </a:ext>
            </a:extLst>
          </p:cNvPr>
          <p:cNvSpPr>
            <a:spLocks noGrp="1"/>
          </p:cNvSpPr>
          <p:nvPr>
            <p:ph sz="half" idx="2"/>
          </p:nvPr>
        </p:nvSpPr>
        <p:spPr>
          <a:xfrm>
            <a:off x="6232802" y="2087362"/>
            <a:ext cx="4919546" cy="4089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DB9351-FBE6-F588-FD07-6D67A654539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69315B8-57CD-1150-8FD7-9FACD2173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8E19A3-55D2-9FA5-AA5A-7331BF601B9A}"/>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871449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1049144" y="2007218"/>
            <a:ext cx="10093712" cy="41697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1039653" y="1064778"/>
            <a:ext cx="10112696" cy="92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Slide Number"/>
          <p:cNvSpPr txBox="1">
            <a:spLocks noGrp="1"/>
          </p:cNvSpPr>
          <p:nvPr>
            <p:ph type="sldNum" sz="quarter" idx="2"/>
          </p:nvPr>
        </p:nvSpPr>
        <p:spPr>
          <a:xfrm>
            <a:off x="10884232" y="6414758"/>
            <a:ext cx="258625" cy="248306"/>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51"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 id="2147483673" r:id="rId21"/>
    <p:sldLayoutId id="2147483674" r:id="rId22"/>
    <p:sldLayoutId id="2147483675" r:id="rId23"/>
    <p:sldLayoutId id="2147483676" r:id="rId24"/>
    <p:sldLayoutId id="2147483677" r:id="rId25"/>
    <p:sldLayoutId id="2147483678" r:id="rId26"/>
    <p:sldLayoutId id="2147483679" r:id="rId27"/>
    <p:sldLayoutId id="2147483680" r:id="rId28"/>
    <p:sldLayoutId id="2147483681" r:id="rId29"/>
    <p:sldLayoutId id="2147483682" r:id="rId30"/>
    <p:sldLayoutId id="2147483683" r:id="rId31"/>
    <p:sldLayoutId id="2147483684" r:id="rId32"/>
    <p:sldLayoutId id="2147483685" r:id="rId33"/>
    <p:sldLayoutId id="2147483686" r:id="rId34"/>
    <p:sldLayoutId id="2147483687" r:id="rId35"/>
    <p:sldLayoutId id="2147483688" r:id="rId36"/>
    <p:sldLayoutId id="2147483689" r:id="rId37"/>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1.xml"/><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image" Target="../media/image10.png"/><Relationship Id="rId5" Type="http://schemas.openxmlformats.org/officeDocument/2006/relationships/customXml" Target="../ink/ink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3.xml"/><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openxmlformats.org/officeDocument/2006/relationships/image" Target="../media/image10.png"/><Relationship Id="rId5" Type="http://schemas.openxmlformats.org/officeDocument/2006/relationships/customXml" Target="../ink/ink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customXml" Target="../ink/ink5.xml"/><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6.xml"/><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7.xml"/><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0.xml"/><Relationship Id="rId6" Type="http://schemas.openxmlformats.org/officeDocument/2006/relationships/image" Target="../media/image10.png"/><Relationship Id="rId5" Type="http://schemas.openxmlformats.org/officeDocument/2006/relationships/customXml" Target="../ink/ink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customXml" Target="../ink/ink9.xml"/><Relationship Id="rId12"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10.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customXml" Target="../ink/ink11.xml"/><Relationship Id="rId12"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12.xml"/><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13.xml"/><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15.png"/><Relationship Id="rId5" Type="http://schemas.openxmlformats.org/officeDocument/2006/relationships/customXml" Target="../ink/ink14.xml"/><Relationship Id="rId4" Type="http://schemas.openxmlformats.org/officeDocument/2006/relationships/image" Target="../media/image13.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customXml" Target="../ink/ink15.xml"/><Relationship Id="rId12"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16.xml"/><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17.xml"/><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image" Target="../media/image14.emf"/><Relationship Id="rId5" Type="http://schemas.openxmlformats.org/officeDocument/2006/relationships/customXml" Target="../ink/ink18.xml"/><Relationship Id="rId10" Type="http://schemas.openxmlformats.org/officeDocument/2006/relationships/image" Target="../media/image18.png"/><Relationship Id="rId4" Type="http://schemas.openxmlformats.org/officeDocument/2006/relationships/image" Target="../media/image13.emf"/><Relationship Id="rId9" Type="http://schemas.openxmlformats.org/officeDocument/2006/relationships/image" Target="../media/image17.jpe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19.xml"/><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0.xml"/><Relationship Id="rId6" Type="http://schemas.openxmlformats.org/officeDocument/2006/relationships/image" Target="../media/image180.png"/><Relationship Id="rId5" Type="http://schemas.openxmlformats.org/officeDocument/2006/relationships/customXml" Target="../ink/ink20.xml"/><Relationship Id="rId4" Type="http://schemas.openxmlformats.org/officeDocument/2006/relationships/image" Target="../media/image160.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21.xml"/><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0.xml"/><Relationship Id="rId6" Type="http://schemas.openxmlformats.org/officeDocument/2006/relationships/image" Target="../media/image15.png"/><Relationship Id="rId5" Type="http://schemas.openxmlformats.org/officeDocument/2006/relationships/customXml" Target="../ink/ink22.xml"/><Relationship Id="rId4" Type="http://schemas.openxmlformats.org/officeDocument/2006/relationships/image" Target="../media/image13.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customXml" Target="../ink/ink23.xml"/><Relationship Id="rId12"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0.xml"/><Relationship Id="rId11" Type="http://schemas.openxmlformats.org/officeDocument/2006/relationships/image" Target="../media/image17.png"/><Relationship Id="rId10" Type="http://schemas.openxmlformats.org/officeDocument/2006/relationships/customXml" Target="../ink/ink24.xml"/><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slideLayout" Target="../slideLayouts/slideLayout30.xml"/><Relationship Id="rId12" Type="http://schemas.openxmlformats.org/officeDocument/2006/relationships/image" Target="../media/image11.png"/><Relationship Id="rId2" Type="http://schemas.openxmlformats.org/officeDocument/2006/relationships/video" Target="../media/media1.mp4"/><Relationship Id="rId1" Type="http://schemas.microsoft.com/office/2007/relationships/media" Target="../media/media1.mp4"/><Relationship Id="rId11" Type="http://schemas.openxmlformats.org/officeDocument/2006/relationships/image" Target="../media/image17.png"/><Relationship Id="rId5" Type="http://schemas.openxmlformats.org/officeDocument/2006/relationships/customXml" Target="../ink/ink25.xml"/><Relationship Id="rId10" Type="http://schemas.openxmlformats.org/officeDocument/2006/relationships/customXml" Target="../ink/ink26.xml"/><Relationship Id="rId4" Type="http://schemas.openxmlformats.org/officeDocument/2006/relationships/notesSlide" Target="../notesSlides/notesSlide13.xml"/><Relationship Id="rId9" Type="http://schemas.openxmlformats.org/officeDocument/2006/relationships/image" Target="../media/image14.png"/><Relationship Id="rId14" Type="http://schemas.openxmlformats.org/officeDocument/2006/relationships/image" Target="../media/image21.png"/></Relationships>
</file>

<file path=ppt/slides/_rels/slide15.xml.rels><?xml version="1.0" encoding="UTF-8" standalone="yes"?>
<Relationships xmlns="http://schemas.openxmlformats.org/package/2006/relationships"><Relationship Id="rId13" Type="http://schemas.openxmlformats.org/officeDocument/2006/relationships/image" Target="../media/image12.png"/><Relationship Id="rId3" Type="http://schemas.openxmlformats.org/officeDocument/2006/relationships/customXml" Target="../ink/ink27.xml"/><Relationship Id="rId12"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0.xml"/><Relationship Id="rId11" Type="http://schemas.openxmlformats.org/officeDocument/2006/relationships/image" Target="../media/image17.png"/><Relationship Id="rId15" Type="http://schemas.openxmlformats.org/officeDocument/2006/relationships/hyperlink" Target="https://a5ee08ff1488d8da44.gradio.live/" TargetMode="External"/><Relationship Id="rId10" Type="http://schemas.openxmlformats.org/officeDocument/2006/relationships/customXml" Target="../ink/ink28.xml"/><Relationship Id="rId9" Type="http://schemas.openxmlformats.org/officeDocument/2006/relationships/image" Target="../media/image14.png"/><Relationship Id="rId1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2B76E6-D951-3835-676B-70686EF8C2F3}"/>
              </a:ext>
            </a:extLst>
          </p:cNvPr>
          <p:cNvSpPr>
            <a:spLocks noGrp="1"/>
          </p:cNvSpPr>
          <p:nvPr>
            <p:ph type="body" sz="quarter" idx="1"/>
          </p:nvPr>
        </p:nvSpPr>
        <p:spPr/>
        <p:txBody>
          <a:bodyPr/>
          <a:lstStyle/>
          <a:p>
            <a:endParaRPr lang="en-US"/>
          </a:p>
        </p:txBody>
      </p:sp>
      <p:pic>
        <p:nvPicPr>
          <p:cNvPr id="2050" name="Picture 2" descr="UNDP ve Samsung'un kadınlara yönelik yapay zeka sınıfı ilk mezunlarını  verdi | United Nations Development Programme">
            <a:extLst>
              <a:ext uri="{FF2B5EF4-FFF2-40B4-BE49-F238E27FC236}">
                <a16:creationId xmlns:a16="http://schemas.microsoft.com/office/drawing/2014/main" id="{920910B4-C648-91B9-56BA-B826DB8C0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A new generation…">
            <a:extLst>
              <a:ext uri="{FF2B5EF4-FFF2-40B4-BE49-F238E27FC236}">
                <a16:creationId xmlns:a16="http://schemas.microsoft.com/office/drawing/2014/main" id="{DC7A9B64-AA84-4ACD-D44E-416503901C71}"/>
              </a:ext>
            </a:extLst>
          </p:cNvPr>
          <p:cNvSpPr txBox="1"/>
          <p:nvPr/>
        </p:nvSpPr>
        <p:spPr>
          <a:xfrm>
            <a:off x="1081316" y="3821112"/>
            <a:ext cx="736599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r>
              <a:rPr lang="en-US" b="1" dirty="0">
                <a:latin typeface="Microsoft JhengHei" panose="020B0604030504040204" pitchFamily="34" charset="-120"/>
                <a:ea typeface="Microsoft JhengHei" panose="020B0604030504040204" pitchFamily="34" charset="-120"/>
              </a:rPr>
              <a:t>Global Life Expectancy and Sustainability: </a:t>
            </a:r>
            <a:endParaRPr lang="tr-TR" b="1" dirty="0">
              <a:latin typeface="Microsoft JhengHei" panose="020B0604030504040204" pitchFamily="34" charset="-120"/>
              <a:ea typeface="Microsoft JhengHei" panose="020B0604030504040204" pitchFamily="34" charset="-120"/>
            </a:endParaRPr>
          </a:p>
          <a:p>
            <a:r>
              <a:rPr lang="en-US" b="1" dirty="0">
                <a:latin typeface="Microsoft JhengHei" panose="020B0604030504040204" pitchFamily="34" charset="-120"/>
                <a:ea typeface="Microsoft JhengHei" panose="020B0604030504040204" pitchFamily="34" charset="-120"/>
              </a:rPr>
              <a:t>A Data-Driven Analysis of Europe and Asia (2000-2020)</a:t>
            </a:r>
          </a:p>
        </p:txBody>
      </p:sp>
      <p:sp>
        <p:nvSpPr>
          <p:cNvPr id="5" name="Metin kutusu 4">
            <a:extLst>
              <a:ext uri="{FF2B5EF4-FFF2-40B4-BE49-F238E27FC236}">
                <a16:creationId xmlns:a16="http://schemas.microsoft.com/office/drawing/2014/main" id="{3506600D-E710-753E-3893-2ABCC4A1D137}"/>
              </a:ext>
            </a:extLst>
          </p:cNvPr>
          <p:cNvSpPr txBox="1"/>
          <p:nvPr/>
        </p:nvSpPr>
        <p:spPr>
          <a:xfrm>
            <a:off x="1081316" y="4887686"/>
            <a:ext cx="2719653"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tr-TR" b="1" dirty="0">
                <a:latin typeface="Microsoft JhengHei" panose="020B0604030504040204" pitchFamily="34" charset="-120"/>
                <a:ea typeface="Microsoft JhengHei" panose="020B0604030504040204" pitchFamily="34" charset="-120"/>
              </a:rPr>
              <a:t>Kübra Tuğçe KIZILBOĞA</a:t>
            </a:r>
          </a:p>
          <a:p>
            <a:pPr marL="0" marR="0" indent="0" algn="l" defTabSz="914400" rtl="0" fontAlgn="auto" latinLnBrk="0" hangingPunct="0">
              <a:lnSpc>
                <a:spcPct val="100000"/>
              </a:lnSpc>
              <a:spcBef>
                <a:spcPts val="0"/>
              </a:spcBef>
              <a:spcAft>
                <a:spcPts val="0"/>
              </a:spcAft>
              <a:buClrTx/>
              <a:buSzTx/>
              <a:buFontTx/>
              <a:buNone/>
              <a:tabLst/>
            </a:pPr>
            <a:r>
              <a:rPr kumimoji="0" lang="tr-TR" sz="1800" b="1" i="0" u="none" strike="noStrike" cap="none" spc="0" normalizeH="0" baseline="0" dirty="0">
                <a:ln>
                  <a:noFill/>
                </a:ln>
                <a:solidFill>
                  <a:srgbClr val="FEFFFE"/>
                </a:solidFill>
                <a:effectLst/>
                <a:uFillTx/>
                <a:latin typeface="Microsoft JhengHei" panose="020B0604030504040204" pitchFamily="34" charset="-120"/>
                <a:ea typeface="Microsoft JhengHei" panose="020B0604030504040204" pitchFamily="34" charset="-120"/>
                <a:sym typeface="Calibri"/>
              </a:rPr>
              <a:t>Feyza Nur AYDINOĞLU</a:t>
            </a:r>
          </a:p>
        </p:txBody>
      </p:sp>
    </p:spTree>
    <p:extLst>
      <p:ext uri="{BB962C8B-B14F-4D97-AF65-F5344CB8AC3E}">
        <p14:creationId xmlns:p14="http://schemas.microsoft.com/office/powerpoint/2010/main" val="298804900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38D79-0E6C-746A-E3D5-4CCC200752D3}"/>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688C173D-42E5-F8FC-E90A-43FCB9D81C3A}"/>
              </a:ext>
            </a:extLst>
          </p:cNvPr>
          <p:cNvSpPr txBox="1">
            <a:spLocks noGrp="1"/>
          </p:cNvSpPr>
          <p:nvPr>
            <p:ph type="body" sz="quarter" idx="1"/>
          </p:nvPr>
        </p:nvSpPr>
        <p:spPr>
          <a:xfrm>
            <a:off x="690718" y="3026839"/>
            <a:ext cx="8007631" cy="2788403"/>
          </a:xfrm>
          <a:prstGeom prst="rect">
            <a:avLst/>
          </a:prstGeom>
        </p:spPr>
        <p:txBody>
          <a:bodyPr lIns="45719" tIns="45720" rIns="45719" bIns="45720" anchor="ctr">
            <a:normAutofit fontScale="92500" lnSpcReduction="10000"/>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sym typeface="Merriweather Sans Light"/>
              </a:rPr>
              <a:t>This project presents a multivariate statistical analysis of global life expectancy trends (–) across Europe, East Asia, and South Asia. Leveraging World Bank indicators, the study applies Correlation Analysis and Principal Component Analysis (PCA) to identify key socioeconomic, technological, and environmental drivers of human longevity beyond traditional medical care</a:t>
            </a:r>
            <a:endParaRPr lang="en-US" sz="20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tr-TR"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sym typeface="Merriweather Sans Light"/>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sym typeface="Merriweather Sans Light"/>
              </a:rPr>
              <a:t>While global life expectancy has risen over the past two decades, significant regional disparities persist. Traditional public health models focus heavily on clinical healthcare, but non-clinical factors—such as basic living standards, infrastructure, and rapid digital transformation—play an equally critical, multi-sectoral role in shaping modern lifespans.</a:t>
            </a:r>
          </a:p>
        </p:txBody>
      </p:sp>
      <p:sp>
        <p:nvSpPr>
          <p:cNvPr id="493" name="Title 1">
            <a:extLst>
              <a:ext uri="{FF2B5EF4-FFF2-40B4-BE49-F238E27FC236}">
                <a16:creationId xmlns:a16="http://schemas.microsoft.com/office/drawing/2014/main" id="{823CCF07-F8AC-95E4-04C1-F416279302C4}"/>
              </a:ext>
            </a:extLst>
          </p:cNvPr>
          <p:cNvSpPr txBox="1">
            <a:spLocks noGrp="1"/>
          </p:cNvSpPr>
          <p:nvPr>
            <p:ph type="title"/>
          </p:nvPr>
        </p:nvSpPr>
        <p:spPr>
          <a:xfrm>
            <a:off x="676149" y="1536843"/>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Background</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AC1D7316-A2D3-177E-39F4-9B0F6C094495}"/>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AC1D7316-A2D3-177E-39F4-9B0F6C094495}"/>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2530C089-1816-C27A-B7C1-16D5146B4B33}"/>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2D954631-217A-F051-D180-566CDD20C9B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2D954631-217A-F051-D180-566CDD20C9BC}"/>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A6E30FA5-9839-66F3-C16C-4F73903D4A53}"/>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67291412-F2EA-062D-E168-37ED8DAAD64B}"/>
              </a:ext>
            </a:extLst>
          </p:cNvPr>
          <p:cNvPicPr>
            <a:picLocks noChangeAspect="1"/>
          </p:cNvPicPr>
          <p:nvPr/>
        </p:nvPicPr>
        <p:blipFill>
          <a:blip r:embed="rId8"/>
          <a:stretch>
            <a:fillRect/>
          </a:stretch>
        </p:blipFill>
        <p:spPr>
          <a:xfrm>
            <a:off x="716118" y="2251881"/>
            <a:ext cx="3838069" cy="568509"/>
          </a:xfrm>
          <a:prstGeom prst="rect">
            <a:avLst/>
          </a:prstGeom>
        </p:spPr>
      </p:pic>
      <p:pic>
        <p:nvPicPr>
          <p:cNvPr id="7" name="Picture 6">
            <a:extLst>
              <a:ext uri="{FF2B5EF4-FFF2-40B4-BE49-F238E27FC236}">
                <a16:creationId xmlns:a16="http://schemas.microsoft.com/office/drawing/2014/main" id="{438DE2B6-DA22-2981-46B1-778E1168E063}"/>
              </a:ext>
            </a:extLst>
          </p:cNvPr>
          <p:cNvPicPr>
            <a:picLocks noChangeAspect="1"/>
          </p:cNvPicPr>
          <p:nvPr/>
        </p:nvPicPr>
        <p:blipFill>
          <a:blip r:embed="rId8"/>
          <a:stretch>
            <a:fillRect/>
          </a:stretch>
        </p:blipFill>
        <p:spPr>
          <a:xfrm>
            <a:off x="-2720" y="6663074"/>
            <a:ext cx="12194720" cy="243885"/>
          </a:xfrm>
          <a:prstGeom prst="rect">
            <a:avLst/>
          </a:prstGeom>
        </p:spPr>
      </p:pic>
    </p:spTree>
    <p:extLst>
      <p:ext uri="{BB962C8B-B14F-4D97-AF65-F5344CB8AC3E}">
        <p14:creationId xmlns:p14="http://schemas.microsoft.com/office/powerpoint/2010/main" val="402464476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DAA6A-8806-9877-DAC0-0C84AADD8D1A}"/>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10627C0D-5336-30DE-3294-3C168D1BFEF6}"/>
              </a:ext>
            </a:extLst>
          </p:cNvPr>
          <p:cNvSpPr txBox="1">
            <a:spLocks noGrp="1"/>
          </p:cNvSpPr>
          <p:nvPr>
            <p:ph type="body" sz="quarter" idx="1"/>
          </p:nvPr>
        </p:nvSpPr>
        <p:spPr>
          <a:xfrm>
            <a:off x="716118" y="2910359"/>
            <a:ext cx="8007631" cy="3341877"/>
          </a:xfrm>
          <a:prstGeom prst="rect">
            <a:avLst/>
          </a:prstGeom>
        </p:spPr>
        <p:txBody>
          <a:bodyPr lIns="45719" tIns="45720" rIns="45719" bIns="45720" anchor="ctr">
            <a:normAutofit/>
          </a:bodyPr>
          <a:lstStyle/>
          <a:p>
            <a:pPr marL="0" indent="0">
              <a:buNone/>
            </a:pP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rPr>
              <a:t>To optimize resource allocation in public health, this study quantifies key non-clinical lifespan drivers to address three critical challenges:</a:t>
            </a:r>
            <a:endParaRPr lang="tr-TR"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Font typeface="+mj-lt"/>
              <a:buAutoNum type="arabicPeriod"/>
            </a:pP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rPr>
              <a:t>Closing Regional Gaps: Explains why South Asia lags behind Europe, identifying critical deficits in sanitation and immunization.</a:t>
            </a:r>
            <a:endParaRPr lang="tr-TR"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Font typeface="+mj-lt"/>
              <a:buAutoNum type="arabicPeriod"/>
            </a:pP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rPr>
              <a:t>Redefining Health Policy: Proves that digital connectivity (correlation of +0.74) and basic infrastructure (correlation of +0.76) are vital, cost-effective public health tools.</a:t>
            </a:r>
            <a:endParaRPr lang="tr-TR"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Font typeface="+mj-lt"/>
              <a:buAutoNum type="arabicPeriod"/>
            </a:pP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rPr>
              <a:t>Addressing Climate Threats: Measures the negative impact of industrial pollution </a:t>
            </a:r>
            <a:r>
              <a:rPr lang="tr-TR"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rPr>
              <a:t>(PM2.5 </a:t>
            </a:r>
            <a:r>
              <a:rPr lang="en-US" sz="1800"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rPr>
              <a:t>and greenhouse gases) to support green transition policies in growing Asian economies.</a:t>
            </a:r>
            <a:endParaRPr lang="en-US" sz="1800" b="1" dirty="0">
              <a:solidFill>
                <a:schemeClr val="bg1">
                  <a:lumMod val="50000"/>
                </a:schemeClr>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en-US" sz="1400" dirty="0">
              <a:sym typeface="Merriweather Sans Light"/>
            </a:endParaRPr>
          </a:p>
        </p:txBody>
      </p:sp>
      <p:sp>
        <p:nvSpPr>
          <p:cNvPr id="493" name="Title 1">
            <a:extLst>
              <a:ext uri="{FF2B5EF4-FFF2-40B4-BE49-F238E27FC236}">
                <a16:creationId xmlns:a16="http://schemas.microsoft.com/office/drawing/2014/main" id="{FD28C453-497D-5EA8-CF83-B1A6ED6B0C63}"/>
              </a:ext>
            </a:extLst>
          </p:cNvPr>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Background</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77294C9C-BBC8-A1DB-BF76-F4713375DEDE}"/>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77294C9C-BBC8-A1DB-BF76-F4713375DEDE}"/>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0219686C-DA8A-1B88-B1A1-98AB5CF225CA}"/>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23E201FB-6C85-AC51-8975-06F794774C52}"/>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23E201FB-6C85-AC51-8975-06F794774C52}"/>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2A04C166-4792-FDFF-B5D2-F589532A18D9}"/>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AC33BA0D-94C3-D670-66B3-EA2DEA360B86}"/>
              </a:ext>
            </a:extLst>
          </p:cNvPr>
          <p:cNvPicPr>
            <a:picLocks noChangeAspect="1"/>
          </p:cNvPicPr>
          <p:nvPr/>
        </p:nvPicPr>
        <p:blipFill>
          <a:blip r:embed="rId8"/>
          <a:stretch>
            <a:fillRect/>
          </a:stretch>
        </p:blipFill>
        <p:spPr>
          <a:xfrm>
            <a:off x="716118" y="2251881"/>
            <a:ext cx="3838069" cy="568509"/>
          </a:xfrm>
          <a:prstGeom prst="rect">
            <a:avLst/>
          </a:prstGeom>
        </p:spPr>
      </p:pic>
      <p:pic>
        <p:nvPicPr>
          <p:cNvPr id="7" name="Picture 6">
            <a:extLst>
              <a:ext uri="{FF2B5EF4-FFF2-40B4-BE49-F238E27FC236}">
                <a16:creationId xmlns:a16="http://schemas.microsoft.com/office/drawing/2014/main" id="{6CAB177B-285D-CD82-EA02-485A9C3C10E0}"/>
              </a:ext>
            </a:extLst>
          </p:cNvPr>
          <p:cNvPicPr>
            <a:picLocks noChangeAspect="1"/>
          </p:cNvPicPr>
          <p:nvPr/>
        </p:nvPicPr>
        <p:blipFill>
          <a:blip r:embed="rId8"/>
          <a:stretch>
            <a:fillRect/>
          </a:stretch>
        </p:blipFill>
        <p:spPr>
          <a:xfrm>
            <a:off x="-2720" y="6663074"/>
            <a:ext cx="12194720" cy="243885"/>
          </a:xfrm>
          <a:prstGeom prst="rect">
            <a:avLst/>
          </a:prstGeom>
        </p:spPr>
      </p:pic>
    </p:spTree>
    <p:extLst>
      <p:ext uri="{BB962C8B-B14F-4D97-AF65-F5344CB8AC3E}">
        <p14:creationId xmlns:p14="http://schemas.microsoft.com/office/powerpoint/2010/main" val="148549856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42393-56A6-FAE8-1009-785389D12050}"/>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F7059213-F969-4FAC-22C4-4EF888A7C1EB}"/>
              </a:ext>
            </a:extLst>
          </p:cNvPr>
          <p:cNvSpPr txBox="1">
            <a:spLocks noGrp="1"/>
          </p:cNvSpPr>
          <p:nvPr>
            <p:ph type="body" sz="quarter" idx="1"/>
          </p:nvPr>
        </p:nvSpPr>
        <p:spPr>
          <a:xfrm>
            <a:off x="676149" y="2952094"/>
            <a:ext cx="8007631" cy="2566850"/>
          </a:xfrm>
          <a:prstGeom prst="rect">
            <a:avLst/>
          </a:prstGeom>
        </p:spPr>
        <p:txBody>
          <a:bodyPr lIns="45719" tIns="45720" rIns="45719" bIns="45720" anchor="ctr">
            <a:norm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Identify Core Non-Clinical Drivers: </a:t>
            </a:r>
            <a:r>
              <a:rPr lang="en-US" sz="1800" dirty="0">
                <a:latin typeface="Times New Roman" panose="02020603050405020304" pitchFamily="18" charset="0"/>
                <a:cs typeface="Times New Roman" panose="02020603050405020304" pitchFamily="18" charset="0"/>
              </a:rPr>
              <a:t>Pinpoint the exact socioeconomic, technological, and environmental factors that have the strongest impact on life expectancy.</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Bridge Regional Disparities: </a:t>
            </a:r>
            <a:r>
              <a:rPr lang="en-US" sz="1800" dirty="0">
                <a:latin typeface="Times New Roman" panose="02020603050405020304" pitchFamily="18" charset="0"/>
                <a:cs typeface="Times New Roman" panose="02020603050405020304" pitchFamily="18" charset="0"/>
              </a:rPr>
              <a:t>Quantify developmental inequalities between Europe, East Asia, and South Asia to understand why certain regions lag.</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Inform Policy Allocation: </a:t>
            </a:r>
            <a:r>
              <a:rPr lang="en-US" sz="1800" dirty="0">
                <a:latin typeface="Times New Roman" panose="02020603050405020304" pitchFamily="18" charset="0"/>
                <a:cs typeface="Times New Roman" panose="02020603050405020304" pitchFamily="18" charset="0"/>
              </a:rPr>
              <a:t>Convert complex multivariate data into actionable, cost-effective strategies for public health decision-makers</a:t>
            </a:r>
            <a:r>
              <a:rPr lang="tr-TR"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493" name="Title 1">
            <a:extLst>
              <a:ext uri="{FF2B5EF4-FFF2-40B4-BE49-F238E27FC236}">
                <a16:creationId xmlns:a16="http://schemas.microsoft.com/office/drawing/2014/main" id="{3CDE49FA-4ED4-92FF-9B15-8A1FC2263495}"/>
              </a:ext>
            </a:extLst>
          </p:cNvPr>
          <p:cNvSpPr txBox="1">
            <a:spLocks noGrp="1"/>
          </p:cNvSpPr>
          <p:nvPr>
            <p:ph type="title"/>
          </p:nvPr>
        </p:nvSpPr>
        <p:spPr>
          <a:xfrm>
            <a:off x="676149" y="154770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err="1">
                <a:solidFill>
                  <a:schemeClr val="bg1"/>
                </a:solidFill>
                <a:latin typeface="Microsoft YaHei"/>
                <a:ea typeface="Merriweather Sans Regular ExtraBold"/>
                <a:cs typeface="Merriweather Sans Regular ExtraBold"/>
              </a:rPr>
              <a:t>Objectives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631C23E8-AF93-8A70-2D86-5AF75855BF81}"/>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1DEC7F4A-9AF5-9B1E-EE6C-E2D759FD5AF7}"/>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EA39268B-7D38-CD57-38E3-7DCF2634103B}"/>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5A8A9D22-A74F-66E8-F75E-965360ECD29B}"/>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BBA47BD7-F3B5-FB10-54F2-4B600756EC57}"/>
              </a:ext>
            </a:extLst>
          </p:cNvPr>
          <p:cNvPicPr>
            <a:picLocks noChangeAspect="1"/>
          </p:cNvPicPr>
          <p:nvPr/>
        </p:nvPicPr>
        <p:blipFill>
          <a:blip r:embed="rId13"/>
          <a:stretch>
            <a:fillRect/>
          </a:stretch>
        </p:blipFill>
        <p:spPr>
          <a:xfrm>
            <a:off x="716118" y="2251881"/>
            <a:ext cx="3838069" cy="568509"/>
          </a:xfrm>
          <a:prstGeom prst="rect">
            <a:avLst/>
          </a:prstGeom>
        </p:spPr>
      </p:pic>
      <p:pic>
        <p:nvPicPr>
          <p:cNvPr id="7" name="Picture 6">
            <a:extLst>
              <a:ext uri="{FF2B5EF4-FFF2-40B4-BE49-F238E27FC236}">
                <a16:creationId xmlns:a16="http://schemas.microsoft.com/office/drawing/2014/main" id="{C6669068-0841-8EB1-FE09-87C9F0089A66}"/>
              </a:ext>
            </a:extLst>
          </p:cNvPr>
          <p:cNvPicPr>
            <a:picLocks noChangeAspect="1"/>
          </p:cNvPicPr>
          <p:nvPr/>
        </p:nvPicPr>
        <p:blipFill>
          <a:blip r:embed="rId13"/>
          <a:stretch>
            <a:fillRect/>
          </a:stretch>
        </p:blipFill>
        <p:spPr>
          <a:xfrm>
            <a:off x="-2720" y="6663074"/>
            <a:ext cx="12194720" cy="243885"/>
          </a:xfrm>
          <a:prstGeom prst="rect">
            <a:avLst/>
          </a:prstGeom>
        </p:spPr>
      </p:pic>
    </p:spTree>
    <p:extLst>
      <p:ext uri="{BB962C8B-B14F-4D97-AF65-F5344CB8AC3E}">
        <p14:creationId xmlns:p14="http://schemas.microsoft.com/office/powerpoint/2010/main" val="255256442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F1651-D80C-3911-3F93-3B019C786987}"/>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50DAD496-18E6-5CFB-AD55-F5FF9A37E3A6}"/>
              </a:ext>
            </a:extLst>
          </p:cNvPr>
          <p:cNvSpPr txBox="1">
            <a:spLocks noGrp="1"/>
          </p:cNvSpPr>
          <p:nvPr>
            <p:ph type="body" sz="quarter" idx="1"/>
          </p:nvPr>
        </p:nvSpPr>
        <p:spPr>
          <a:xfrm>
            <a:off x="640854" y="2982631"/>
            <a:ext cx="8007631" cy="2573129"/>
          </a:xfrm>
          <a:prstGeom prst="rect">
            <a:avLst/>
          </a:prstGeom>
        </p:spPr>
        <p:txBody>
          <a:bodyPr lIns="45719" tIns="45720" rIns="45719" bIns="45720" anchor="ctr">
            <a:normAutofit/>
          </a:bodyPr>
          <a:lstStyle/>
          <a:p>
            <a:pPr marL="0" indent="0">
              <a:buNone/>
            </a:pPr>
            <a:r>
              <a:rPr lang="en-US" sz="18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Predictive Modeling:</a:t>
            </a:r>
            <a:r>
              <a:rPr lang="en-US" sz="1800"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 Build robust predictive models to forecast life expectancy trends up to the year using current World Bank development metrics.</a:t>
            </a:r>
          </a:p>
          <a:p>
            <a:pPr marL="0" indent="0">
              <a:buNone/>
            </a:pPr>
            <a:r>
              <a:rPr lang="en-US" sz="18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Feature Importance Evaluation: </a:t>
            </a:r>
            <a:r>
              <a:rPr lang="en-US" sz="1800"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Rank indicators to determine which non-clinical sectors (e.g., digital connectivity vs. green energy) yield the highest marginal increase in lifespan.</a:t>
            </a:r>
          </a:p>
          <a:p>
            <a:pPr marL="0" indent="0">
              <a:buNone/>
            </a:pPr>
            <a:r>
              <a:rPr lang="en-US" sz="18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Country Segmentation: </a:t>
            </a:r>
            <a:r>
              <a:rPr lang="en-US" sz="1800"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Group nations into distinct developmental clusters, allowing for customized policy recommendations based on local infrastructure baselines.</a:t>
            </a: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p:txBody>
      </p:sp>
      <p:sp>
        <p:nvSpPr>
          <p:cNvPr id="493" name="Title 1">
            <a:extLst>
              <a:ext uri="{FF2B5EF4-FFF2-40B4-BE49-F238E27FC236}">
                <a16:creationId xmlns:a16="http://schemas.microsoft.com/office/drawing/2014/main" id="{F470A8E9-C7C5-9FCF-7A62-E8A1461ED88A}"/>
              </a:ext>
            </a:extLst>
          </p:cNvPr>
          <p:cNvSpPr txBox="1">
            <a:spLocks noGrp="1"/>
          </p:cNvSpPr>
          <p:nvPr>
            <p:ph type="title"/>
          </p:nvPr>
        </p:nvSpPr>
        <p:spPr>
          <a:xfrm>
            <a:off x="640854" y="1559428"/>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err="1">
                <a:solidFill>
                  <a:schemeClr val="bg1"/>
                </a:solidFill>
                <a:latin typeface="Microsoft YaHei"/>
                <a:ea typeface="Merriweather Sans Regular ExtraBold"/>
                <a:cs typeface="Merriweather Sans Regular ExtraBold"/>
              </a:rPr>
              <a:t>Objectives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F428A67F-B94C-C26F-DA6E-9966060FCCAD}"/>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F428A67F-B94C-C26F-DA6E-9966060FCCAD}"/>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3D5A8FEA-67E3-8E32-3D3B-97A2DB5E8AA6}"/>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4E51AC4F-4F3C-1447-D8A5-4F3655EFD727}"/>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4E51AC4F-4F3C-1447-D8A5-4F3655EFD727}"/>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040803C5-952E-AC66-8544-8634B4A5E398}"/>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52FE53B9-3E00-89B9-ADCD-169AE83055C8}"/>
              </a:ext>
            </a:extLst>
          </p:cNvPr>
          <p:cNvPicPr>
            <a:picLocks noChangeAspect="1"/>
          </p:cNvPicPr>
          <p:nvPr/>
        </p:nvPicPr>
        <p:blipFill>
          <a:blip r:embed="rId8"/>
          <a:stretch>
            <a:fillRect/>
          </a:stretch>
        </p:blipFill>
        <p:spPr>
          <a:xfrm>
            <a:off x="716118" y="2251881"/>
            <a:ext cx="3838069" cy="568509"/>
          </a:xfrm>
          <a:prstGeom prst="rect">
            <a:avLst/>
          </a:prstGeom>
        </p:spPr>
      </p:pic>
      <p:pic>
        <p:nvPicPr>
          <p:cNvPr id="7" name="Picture 6">
            <a:extLst>
              <a:ext uri="{FF2B5EF4-FFF2-40B4-BE49-F238E27FC236}">
                <a16:creationId xmlns:a16="http://schemas.microsoft.com/office/drawing/2014/main" id="{8ADCA198-930D-F77A-F289-C1520F2B1379}"/>
              </a:ext>
            </a:extLst>
          </p:cNvPr>
          <p:cNvPicPr>
            <a:picLocks noChangeAspect="1"/>
          </p:cNvPicPr>
          <p:nvPr/>
        </p:nvPicPr>
        <p:blipFill>
          <a:blip r:embed="rId8"/>
          <a:stretch>
            <a:fillRect/>
          </a:stretch>
        </p:blipFill>
        <p:spPr>
          <a:xfrm>
            <a:off x="-2720" y="6663074"/>
            <a:ext cx="12194720" cy="243885"/>
          </a:xfrm>
          <a:prstGeom prst="rect">
            <a:avLst/>
          </a:prstGeom>
        </p:spPr>
      </p:pic>
    </p:spTree>
    <p:extLst>
      <p:ext uri="{BB962C8B-B14F-4D97-AF65-F5344CB8AC3E}">
        <p14:creationId xmlns:p14="http://schemas.microsoft.com/office/powerpoint/2010/main" val="373256946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74921-5571-7077-D240-6CD9712EE642}"/>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11F26E03-32FE-286E-6676-C32B550FCD9A}"/>
              </a:ext>
            </a:extLst>
          </p:cNvPr>
          <p:cNvSpPr txBox="1">
            <a:spLocks noGrp="1"/>
          </p:cNvSpPr>
          <p:nvPr>
            <p:ph type="body" sz="quarter" idx="1"/>
          </p:nvPr>
        </p:nvSpPr>
        <p:spPr>
          <a:xfrm>
            <a:off x="680822" y="2281237"/>
            <a:ext cx="8007631" cy="3794727"/>
          </a:xfrm>
          <a:prstGeom prst="rect">
            <a:avLst/>
          </a:prstGeom>
        </p:spPr>
        <p:txBody>
          <a:bodyPr lIns="45719" tIns="45720" rIns="45719" bIns="45720" anchor="ctr">
            <a:no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dirty="0">
                <a:latin typeface="Times New Roman" panose="02020603050405020304" pitchFamily="18" charset="0"/>
                <a:cs typeface="Times New Roman" panose="02020603050405020304" pitchFamily="18" charset="0"/>
              </a:rPr>
              <a:t>This project maps global life expectancy drivers (2000</a:t>
            </a:r>
            <a:r>
              <a:rPr lang="tr-TR"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2020) directly to four United Nations Sustainable Development Goals:</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SDG 3: Good Health and Well-Being</a:t>
            </a:r>
            <a:r>
              <a:rPr lang="tr-TR"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Core Driver: Evaluates childhood immunization rates exceeding the </a:t>
            </a:r>
            <a:r>
              <a:rPr lang="tr-TR" sz="1800" dirty="0">
                <a:latin typeface="Times New Roman" panose="02020603050405020304" pitchFamily="18" charset="0"/>
                <a:cs typeface="Times New Roman" panose="02020603050405020304" pitchFamily="18" charset="0"/>
              </a:rPr>
              <a:t>9</a:t>
            </a:r>
            <a:r>
              <a:rPr lang="en-US" sz="1800" dirty="0">
                <a:latin typeface="Times New Roman" panose="02020603050405020304" pitchFamily="18" charset="0"/>
                <a:cs typeface="Times New Roman" panose="02020603050405020304" pitchFamily="18" charset="0"/>
              </a:rPr>
              <a:t>0% threshold and maps air pollution risks.</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SDG 6: Clean Water and Sanitation</a:t>
            </a:r>
            <a:r>
              <a:rPr lang="tr-TR"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Core Driver: Proves safe water and sanitation access is the top physical longevity catalyst with a strong positive correlation of +0.76.</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SDG 9: Industry, Innovation, and Infrastructure</a:t>
            </a:r>
            <a:r>
              <a:rPr lang="tr-TR"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Core Driver: Identifies digital connectivity as an indirect protective shield (correlation of</a:t>
            </a:r>
            <a:r>
              <a:rPr lang="tr-TR"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+0.74) for public health.</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SDG 13: Climate Action</a:t>
            </a:r>
            <a:r>
              <a:rPr lang="tr-TR"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Core Driver: Quantifies the direct lifespan toll of greenhouse gases and PM2.5 pollution to support green transition policies.</a:t>
            </a:r>
          </a:p>
        </p:txBody>
      </p:sp>
      <p:sp>
        <p:nvSpPr>
          <p:cNvPr id="493" name="Title 1">
            <a:extLst>
              <a:ext uri="{FF2B5EF4-FFF2-40B4-BE49-F238E27FC236}">
                <a16:creationId xmlns:a16="http://schemas.microsoft.com/office/drawing/2014/main" id="{703BC68D-2B86-F903-1E3D-7D0510EC72D9}"/>
              </a:ext>
            </a:extLst>
          </p:cNvPr>
          <p:cNvSpPr txBox="1">
            <a:spLocks noGrp="1"/>
          </p:cNvSpPr>
          <p:nvPr>
            <p:ph type="title"/>
          </p:nvPr>
        </p:nvSpPr>
        <p:spPr>
          <a:xfrm>
            <a:off x="640854" y="882248"/>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SDG </a:t>
            </a:r>
            <a:r>
              <a:rPr lang="tr-TR" sz="3350" b="1" dirty="0" err="1">
                <a:solidFill>
                  <a:schemeClr val="bg1"/>
                </a:solidFill>
                <a:latin typeface="Microsoft YaHei"/>
                <a:ea typeface="Merriweather Sans Regular ExtraBold"/>
                <a:cs typeface="Merriweather Sans Regular ExtraBold"/>
              </a:rPr>
              <a:t>Relation</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A0911266-561D-F218-121A-7BE110544FEB}"/>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5C0F4950-A704-2BB1-5275-A1199F349DA4}"/>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C8E2302A-B3FE-DFFB-2B98-ABF3A3D18271}"/>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5DD63C00-D6E8-BFFE-6786-7035ADDA026A}"/>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ED002445-DED0-BF6F-2AB5-FBBBF88B75D1}"/>
              </a:ext>
            </a:extLst>
          </p:cNvPr>
          <p:cNvPicPr>
            <a:picLocks noChangeAspect="1"/>
          </p:cNvPicPr>
          <p:nvPr/>
        </p:nvPicPr>
        <p:blipFill>
          <a:blip r:embed="rId13"/>
          <a:stretch>
            <a:fillRect/>
          </a:stretch>
        </p:blipFill>
        <p:spPr>
          <a:xfrm>
            <a:off x="680822" y="1642281"/>
            <a:ext cx="3838069" cy="568509"/>
          </a:xfrm>
          <a:prstGeom prst="rect">
            <a:avLst/>
          </a:prstGeom>
        </p:spPr>
      </p:pic>
      <p:pic>
        <p:nvPicPr>
          <p:cNvPr id="7" name="Picture 6">
            <a:extLst>
              <a:ext uri="{FF2B5EF4-FFF2-40B4-BE49-F238E27FC236}">
                <a16:creationId xmlns:a16="http://schemas.microsoft.com/office/drawing/2014/main" id="{EE38D44E-A43F-E916-3BAE-7FB4252E1C4F}"/>
              </a:ext>
            </a:extLst>
          </p:cNvPr>
          <p:cNvPicPr>
            <a:picLocks noChangeAspect="1"/>
          </p:cNvPicPr>
          <p:nvPr/>
        </p:nvPicPr>
        <p:blipFill>
          <a:blip r:embed="rId13"/>
          <a:stretch>
            <a:fillRect/>
          </a:stretch>
        </p:blipFill>
        <p:spPr>
          <a:xfrm>
            <a:off x="-2720" y="6663074"/>
            <a:ext cx="12194720" cy="243885"/>
          </a:xfrm>
          <a:prstGeom prst="rect">
            <a:avLst/>
          </a:prstGeom>
        </p:spPr>
      </p:pic>
    </p:spTree>
    <p:extLst>
      <p:ext uri="{BB962C8B-B14F-4D97-AF65-F5344CB8AC3E}">
        <p14:creationId xmlns:p14="http://schemas.microsoft.com/office/powerpoint/2010/main" val="198511364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EE2B-4051-FD73-F177-2393B2FBCB07}"/>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BFF2A528-A986-AE7B-48C6-B1D944E5660C}"/>
              </a:ext>
            </a:extLst>
          </p:cNvPr>
          <p:cNvSpPr txBox="1">
            <a:spLocks noGrp="1"/>
          </p:cNvSpPr>
          <p:nvPr>
            <p:ph type="body" sz="quarter" idx="1"/>
          </p:nvPr>
        </p:nvSpPr>
        <p:spPr>
          <a:xfrm>
            <a:off x="640854" y="2147517"/>
            <a:ext cx="9145403" cy="4121215"/>
          </a:xfrm>
          <a:prstGeom prst="rect">
            <a:avLst/>
          </a:prstGeom>
        </p:spPr>
        <p:txBody>
          <a:bodyPr lIns="45719" tIns="45720" rIns="45719" bIns="45720" anchor="ctr">
            <a:no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dirty="0">
                <a:solidFill>
                  <a:schemeClr val="bg1">
                    <a:lumMod val="50000"/>
                  </a:schemeClr>
                </a:solidFill>
                <a:latin typeface="Times New Roman" panose="02020603050405020304" pitchFamily="18" charset="0"/>
                <a:cs typeface="Times New Roman" panose="02020603050405020304" pitchFamily="18" charset="0"/>
              </a:rPr>
              <a:t>The dataset consists of longitudinal panel data spanning 2000</a:t>
            </a:r>
            <a:r>
              <a:rPr lang="tr-TR" sz="1800" dirty="0">
                <a:solidFill>
                  <a:schemeClr val="bg1">
                    <a:lumMod val="50000"/>
                  </a:schemeClr>
                </a:solidFill>
                <a:latin typeface="Times New Roman" panose="02020603050405020304" pitchFamily="18" charset="0"/>
                <a:cs typeface="Times New Roman" panose="02020603050405020304" pitchFamily="18" charset="0"/>
              </a:rPr>
              <a:t>-</a:t>
            </a:r>
            <a:r>
              <a:rPr lang="en-US" sz="1800" dirty="0">
                <a:solidFill>
                  <a:schemeClr val="bg1">
                    <a:lumMod val="50000"/>
                  </a:schemeClr>
                </a:solidFill>
                <a:latin typeface="Times New Roman" panose="02020603050405020304" pitchFamily="18" charset="0"/>
                <a:cs typeface="Times New Roman" panose="02020603050405020304" pitchFamily="18" charset="0"/>
              </a:rPr>
              <a:t>2020 sourced from the World Bank World Development Indicators (WDI) Database, covering comparative regional indicators across Europe, East Asia, and South Asia.</a:t>
            </a: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solidFill>
                  <a:schemeClr val="bg1">
                    <a:lumMod val="50000"/>
                  </a:schemeClr>
                </a:solidFill>
                <a:latin typeface="Times New Roman" panose="02020603050405020304" pitchFamily="18" charset="0"/>
                <a:cs typeface="Times New Roman" panose="02020603050405020304" pitchFamily="18" charset="0"/>
              </a:rPr>
              <a:t>Missing Value Imputation:</a:t>
            </a:r>
            <a:r>
              <a:rPr lang="en-US" sz="1800" dirty="0">
                <a:solidFill>
                  <a:schemeClr val="bg1">
                    <a:lumMod val="50000"/>
                  </a:schemeClr>
                </a:solidFill>
                <a:latin typeface="Times New Roman" panose="02020603050405020304" pitchFamily="18" charset="0"/>
                <a:cs typeface="Times New Roman" panose="02020603050405020304" pitchFamily="18" charset="0"/>
              </a:rPr>
              <a:t> Addressed a 31% raw missingness rate using a robust, two-tier statistical strategy:</a:t>
            </a:r>
            <a:endParaRPr lang="tr-TR" sz="1800" dirty="0">
              <a:solidFill>
                <a:schemeClr val="bg1">
                  <a:lumMod val="50000"/>
                </a:schemeClr>
              </a:solidFill>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solidFill>
                  <a:schemeClr val="bg1">
                    <a:lumMod val="50000"/>
                  </a:schemeClr>
                </a:solidFill>
                <a:latin typeface="Times New Roman" panose="02020603050405020304" pitchFamily="18" charset="0"/>
                <a:cs typeface="Times New Roman" panose="02020603050405020304" pitchFamily="18" charset="0"/>
              </a:rPr>
              <a:t>Within-Country Gaps: </a:t>
            </a:r>
            <a:r>
              <a:rPr lang="en-US" sz="1800" dirty="0">
                <a:solidFill>
                  <a:schemeClr val="bg1">
                    <a:lumMod val="50000"/>
                  </a:schemeClr>
                </a:solidFill>
                <a:latin typeface="Times New Roman" panose="02020603050405020304" pitchFamily="18" charset="0"/>
                <a:cs typeface="Times New Roman" panose="02020603050405020304" pitchFamily="18" charset="0"/>
              </a:rPr>
              <a:t>Filled using Linear Interpolation to preserve local historical trends.</a:t>
            </a:r>
            <a:endParaRPr lang="tr-TR" sz="1800" dirty="0">
              <a:solidFill>
                <a:schemeClr val="bg1">
                  <a:lumMod val="50000"/>
                </a:schemeClr>
              </a:solidFill>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solidFill>
                  <a:schemeClr val="bg1">
                    <a:lumMod val="50000"/>
                  </a:schemeClr>
                </a:solidFill>
                <a:latin typeface="Times New Roman" panose="02020603050405020304" pitchFamily="18" charset="0"/>
                <a:cs typeface="Times New Roman" panose="02020603050405020304" pitchFamily="18" charset="0"/>
              </a:rPr>
              <a:t>Regional Gaps: </a:t>
            </a:r>
            <a:r>
              <a:rPr lang="en-US" sz="1800" dirty="0">
                <a:solidFill>
                  <a:schemeClr val="bg1">
                    <a:lumMod val="50000"/>
                  </a:schemeClr>
                </a:solidFill>
                <a:latin typeface="Times New Roman" panose="02020603050405020304" pitchFamily="18" charset="0"/>
                <a:cs typeface="Times New Roman" panose="02020603050405020304" pitchFamily="18" charset="0"/>
              </a:rPr>
              <a:t>Imputed using Continental Mean Imputation based on geographic proximity.</a:t>
            </a:r>
            <a:endParaRPr lang="tr-TR" sz="1800" dirty="0">
              <a:solidFill>
                <a:schemeClr val="bg1">
                  <a:lumMod val="50000"/>
                </a:schemeClr>
              </a:solidFill>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solidFill>
                  <a:schemeClr val="bg1">
                    <a:lumMod val="50000"/>
                  </a:schemeClr>
                </a:solidFill>
                <a:latin typeface="Times New Roman" panose="02020603050405020304" pitchFamily="18" charset="0"/>
                <a:cs typeface="Times New Roman" panose="02020603050405020304" pitchFamily="18" charset="0"/>
              </a:rPr>
              <a:t>Standardization: </a:t>
            </a:r>
            <a:r>
              <a:rPr lang="en-US" sz="1800" dirty="0">
                <a:solidFill>
                  <a:schemeClr val="bg1">
                    <a:lumMod val="50000"/>
                  </a:schemeClr>
                </a:solidFill>
                <a:latin typeface="Times New Roman" panose="02020603050405020304" pitchFamily="18" charset="0"/>
                <a:cs typeface="Times New Roman" panose="02020603050405020304" pitchFamily="18" charset="0"/>
              </a:rPr>
              <a:t>Applied Z-score normalization to scale 28 disparate metrics (ranging from immunization percentages to per capita healthcare expenditures) to a uniform scale.</a:t>
            </a:r>
            <a:endParaRPr lang="tr-TR" sz="1800" dirty="0">
              <a:solidFill>
                <a:schemeClr val="bg1">
                  <a:lumMod val="50000"/>
                </a:schemeClr>
              </a:solidFill>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solidFill>
                  <a:schemeClr val="bg1">
                    <a:lumMod val="50000"/>
                  </a:schemeClr>
                </a:solidFill>
                <a:latin typeface="Times New Roman" panose="02020603050405020304" pitchFamily="18" charset="0"/>
                <a:cs typeface="Times New Roman" panose="02020603050405020304" pitchFamily="18" charset="0"/>
              </a:rPr>
              <a:t>Feature Reduction: </a:t>
            </a:r>
            <a:r>
              <a:rPr lang="en-US" sz="1800" dirty="0">
                <a:solidFill>
                  <a:schemeClr val="bg1">
                    <a:lumMod val="50000"/>
                  </a:schemeClr>
                </a:solidFill>
                <a:latin typeface="Times New Roman" panose="02020603050405020304" pitchFamily="18" charset="0"/>
                <a:cs typeface="Times New Roman" panose="02020603050405020304" pitchFamily="18" charset="0"/>
              </a:rPr>
              <a:t>Utilized Principal Component Analysis (PCA) to reduce data dimensionality into 5 key developmental indices, eliminating multicollinearity.</a:t>
            </a:r>
          </a:p>
        </p:txBody>
      </p:sp>
      <p:sp>
        <p:nvSpPr>
          <p:cNvPr id="493" name="Title 1">
            <a:extLst>
              <a:ext uri="{FF2B5EF4-FFF2-40B4-BE49-F238E27FC236}">
                <a16:creationId xmlns:a16="http://schemas.microsoft.com/office/drawing/2014/main" id="{21FEEF04-43E8-C2E1-AA49-27BDBBEDA840}"/>
              </a:ext>
            </a:extLst>
          </p:cNvPr>
          <p:cNvSpPr txBox="1">
            <a:spLocks noGrp="1"/>
          </p:cNvSpPr>
          <p:nvPr>
            <p:ph type="title"/>
          </p:nvPr>
        </p:nvSpPr>
        <p:spPr>
          <a:xfrm>
            <a:off x="640854" y="589267"/>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Data</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99E654A3-8FAB-54A5-9370-FCEA74EFC646}"/>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0B56A6F-0668-11B2-348C-1408265457BE}"/>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11E2DB7E-598F-2F84-76FF-939142FCDABF}"/>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434FD5BD-0FCF-C116-1612-EF7BF26F10EC}"/>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17919316-4BA8-B4AC-341E-E49251BB2B06}"/>
              </a:ext>
            </a:extLst>
          </p:cNvPr>
          <p:cNvPicPr>
            <a:picLocks noChangeAspect="1"/>
          </p:cNvPicPr>
          <p:nvPr/>
        </p:nvPicPr>
        <p:blipFill>
          <a:blip r:embed="rId13"/>
          <a:stretch>
            <a:fillRect/>
          </a:stretch>
        </p:blipFill>
        <p:spPr>
          <a:xfrm>
            <a:off x="640854" y="1352152"/>
            <a:ext cx="3838069" cy="568509"/>
          </a:xfrm>
          <a:prstGeom prst="rect">
            <a:avLst/>
          </a:prstGeom>
        </p:spPr>
      </p:pic>
      <p:pic>
        <p:nvPicPr>
          <p:cNvPr id="7" name="Picture 6">
            <a:extLst>
              <a:ext uri="{FF2B5EF4-FFF2-40B4-BE49-F238E27FC236}">
                <a16:creationId xmlns:a16="http://schemas.microsoft.com/office/drawing/2014/main" id="{232B3A5C-05A4-75FB-F371-76329ED84001}"/>
              </a:ext>
            </a:extLst>
          </p:cNvPr>
          <p:cNvPicPr>
            <a:picLocks noChangeAspect="1"/>
          </p:cNvPicPr>
          <p:nvPr/>
        </p:nvPicPr>
        <p:blipFill>
          <a:blip r:embed="rId13"/>
          <a:stretch>
            <a:fillRect/>
          </a:stretch>
        </p:blipFill>
        <p:spPr>
          <a:xfrm>
            <a:off x="-2720" y="6663074"/>
            <a:ext cx="12194720" cy="243885"/>
          </a:xfrm>
          <a:prstGeom prst="rect">
            <a:avLst/>
          </a:prstGeom>
        </p:spPr>
      </p:pic>
    </p:spTree>
    <p:extLst>
      <p:ext uri="{BB962C8B-B14F-4D97-AF65-F5344CB8AC3E}">
        <p14:creationId xmlns:p14="http://schemas.microsoft.com/office/powerpoint/2010/main" val="428449436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E40B4-D6CA-EEB3-1186-885F1F1F07EB}"/>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5CB7AFCE-11D5-13CB-FEBB-8F29AB8787A6}"/>
              </a:ext>
            </a:extLst>
          </p:cNvPr>
          <p:cNvSpPr txBox="1">
            <a:spLocks noGrp="1"/>
          </p:cNvSpPr>
          <p:nvPr>
            <p:ph type="body" sz="quarter" idx="1"/>
          </p:nvPr>
        </p:nvSpPr>
        <p:spPr>
          <a:xfrm>
            <a:off x="-552946" y="1825784"/>
            <a:ext cx="45719" cy="4121215"/>
          </a:xfrm>
          <a:prstGeom prst="rect">
            <a:avLst/>
          </a:prstGeom>
        </p:spPr>
        <p:txBody>
          <a:bodyPr lIns="45719" tIns="45720" rIns="45719" bIns="45720" anchor="ctr">
            <a:no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en-US" sz="1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493" name="Title 1">
            <a:extLst>
              <a:ext uri="{FF2B5EF4-FFF2-40B4-BE49-F238E27FC236}">
                <a16:creationId xmlns:a16="http://schemas.microsoft.com/office/drawing/2014/main" id="{D5CB21B7-1F6C-131C-52F0-967128CBCA20}"/>
              </a:ext>
            </a:extLst>
          </p:cNvPr>
          <p:cNvSpPr txBox="1">
            <a:spLocks noGrp="1"/>
          </p:cNvSpPr>
          <p:nvPr>
            <p:ph type="title"/>
          </p:nvPr>
        </p:nvSpPr>
        <p:spPr>
          <a:xfrm>
            <a:off x="640854" y="589267"/>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Data</a:t>
            </a:r>
          </a:p>
        </p:txBody>
      </p:sp>
      <mc:AlternateContent xmlns:mc="http://schemas.openxmlformats.org/markup-compatibility/2006">
        <mc:Choice xmlns:p14="http://schemas.microsoft.com/office/powerpoint/2010/main" Requires="p14">
          <p:contentPart p14:bwMode="auto" r:id="rId3">
            <p14:nvContentPartPr>
              <p14:cNvPr id="20" name="Ink 19">
                <a:extLst>
                  <a:ext uri="{FF2B5EF4-FFF2-40B4-BE49-F238E27FC236}">
                    <a16:creationId xmlns:a16="http://schemas.microsoft.com/office/drawing/2014/main" id="{87D1B4C9-A350-2F48-2076-C6CCCFE31D7A}"/>
                  </a:ext>
                </a:extLst>
              </p14:cNvPr>
              <p14:cNvContentPartPr/>
              <p14:nvPr/>
            </p14:nvContentPartPr>
            <p14:xfrm>
              <a:off x="9907437" y="716254"/>
              <a:ext cx="13252" cy="13252"/>
            </p14:xfrm>
          </p:contentPart>
        </mc:Choice>
        <mc:Fallback>
          <p:pic>
            <p:nvPicPr>
              <p:cNvPr id="20" name="Ink 19">
                <a:extLst>
                  <a:ext uri="{FF2B5EF4-FFF2-40B4-BE49-F238E27FC236}">
                    <a16:creationId xmlns:a16="http://schemas.microsoft.com/office/drawing/2014/main" id="{87D1B4C9-A350-2F48-2076-C6CCCFE31D7A}"/>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8F8C15DE-830A-7128-C0B7-BB3240833A81}"/>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mc:Choice xmlns:p14="http://schemas.microsoft.com/office/powerpoint/2010/main" Requires="p14">
          <p:contentPart p14:bwMode="auto" r:id="rId5">
            <p14:nvContentPartPr>
              <p14:cNvPr id="23" name="Ink 22">
                <a:extLst>
                  <a:ext uri="{FF2B5EF4-FFF2-40B4-BE49-F238E27FC236}">
                    <a16:creationId xmlns:a16="http://schemas.microsoft.com/office/drawing/2014/main" id="{ADE075AB-95AF-E5E5-99A1-F2D90B31611F}"/>
                  </a:ext>
                </a:extLst>
              </p14:cNvPr>
              <p14:cNvContentPartPr/>
              <p14:nvPr/>
            </p14:nvContentPartPr>
            <p14:xfrm>
              <a:off x="1100137" y="565105"/>
              <a:ext cx="13252" cy="13252"/>
            </p14:xfrm>
          </p:contentPart>
        </mc:Choice>
        <mc:Fallback>
          <p:pic>
            <p:nvPicPr>
              <p:cNvPr id="23" name="Ink 22">
                <a:extLst>
                  <a:ext uri="{FF2B5EF4-FFF2-40B4-BE49-F238E27FC236}">
                    <a16:creationId xmlns:a16="http://schemas.microsoft.com/office/drawing/2014/main" id="{ADE075AB-95AF-E5E5-99A1-F2D90B31611F}"/>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357B1432-3758-15EC-C523-C5D1C7305A5B}"/>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978C7FEA-38DB-FCB3-4CF2-825800F47039}"/>
              </a:ext>
            </a:extLst>
          </p:cNvPr>
          <p:cNvPicPr>
            <a:picLocks noChangeAspect="1"/>
          </p:cNvPicPr>
          <p:nvPr/>
        </p:nvPicPr>
        <p:blipFill>
          <a:blip r:embed="rId8"/>
          <a:stretch>
            <a:fillRect/>
          </a:stretch>
        </p:blipFill>
        <p:spPr>
          <a:xfrm>
            <a:off x="640854" y="1352152"/>
            <a:ext cx="3838069" cy="568509"/>
          </a:xfrm>
          <a:prstGeom prst="rect">
            <a:avLst/>
          </a:prstGeom>
        </p:spPr>
      </p:pic>
      <p:pic>
        <p:nvPicPr>
          <p:cNvPr id="7" name="Picture 6">
            <a:extLst>
              <a:ext uri="{FF2B5EF4-FFF2-40B4-BE49-F238E27FC236}">
                <a16:creationId xmlns:a16="http://schemas.microsoft.com/office/drawing/2014/main" id="{031B0AFF-B0DC-F43E-EAAB-0D401BC0EDD3}"/>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3" name="Resim 2">
            <a:extLst>
              <a:ext uri="{FF2B5EF4-FFF2-40B4-BE49-F238E27FC236}">
                <a16:creationId xmlns:a16="http://schemas.microsoft.com/office/drawing/2014/main" id="{3BB154FA-1F7B-59A3-A66A-DDA7A10E18FE}"/>
              </a:ext>
            </a:extLst>
          </p:cNvPr>
          <p:cNvPicPr>
            <a:picLocks noChangeAspect="1"/>
          </p:cNvPicPr>
          <p:nvPr/>
        </p:nvPicPr>
        <p:blipFill>
          <a:blip r:embed="rId9"/>
          <a:stretch>
            <a:fillRect/>
          </a:stretch>
        </p:blipFill>
        <p:spPr>
          <a:xfrm>
            <a:off x="2277534" y="2192340"/>
            <a:ext cx="6807199" cy="4199054"/>
          </a:xfrm>
          <a:prstGeom prst="rect">
            <a:avLst/>
          </a:prstGeom>
        </p:spPr>
      </p:pic>
    </p:spTree>
    <p:extLst>
      <p:ext uri="{BB962C8B-B14F-4D97-AF65-F5344CB8AC3E}">
        <p14:creationId xmlns:p14="http://schemas.microsoft.com/office/powerpoint/2010/main" val="162450204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5E3D3-A246-1FBF-1036-07B63BBBF8C3}"/>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4142521A-B7C1-D3B8-0D72-BFCAF3903F66}"/>
              </a:ext>
            </a:extLst>
          </p:cNvPr>
          <p:cNvSpPr txBox="1">
            <a:spLocks noGrp="1"/>
          </p:cNvSpPr>
          <p:nvPr>
            <p:ph type="body" sz="quarter" idx="1"/>
          </p:nvPr>
        </p:nvSpPr>
        <p:spPr>
          <a:xfrm>
            <a:off x="640854" y="2567587"/>
            <a:ext cx="8007631" cy="3173252"/>
          </a:xfrm>
          <a:prstGeom prst="rect">
            <a:avLst/>
          </a:prstGeom>
        </p:spPr>
        <p:txBody>
          <a:bodyPr lIns="45719" tIns="45720" rIns="45719" bIns="45720" anchor="ctr">
            <a:norm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dirty="0">
                <a:latin typeface="Times New Roman" panose="02020603050405020304" pitchFamily="18" charset="0"/>
                <a:cs typeface="Times New Roman" panose="02020603050405020304" pitchFamily="18" charset="0"/>
              </a:rPr>
              <a:t>Details on training the model​</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Target Variable: </a:t>
            </a:r>
            <a:r>
              <a:rPr lang="en-US" sz="1800" dirty="0">
                <a:latin typeface="Times New Roman" panose="02020603050405020304" pitchFamily="18" charset="0"/>
                <a:cs typeface="Times New Roman" panose="02020603050405020304" pitchFamily="18" charset="0"/>
              </a:rPr>
              <a:t>Life Expectancy (years).</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Feature Space: </a:t>
            </a:r>
            <a:r>
              <a:rPr lang="en-US" sz="1800" dirty="0">
                <a:latin typeface="Times New Roman" panose="02020603050405020304" pitchFamily="18" charset="0"/>
                <a:cs typeface="Times New Roman" panose="02020603050405020304" pitchFamily="18" charset="0"/>
              </a:rPr>
              <a:t>Utilized the 5 PCA-derived developmental indices (Health, Socio-technology, Environment, Infrastructure, and Social Risk) to eliminate multicollinearity.</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Data Partitioning: </a:t>
            </a:r>
            <a:r>
              <a:rPr lang="en-US" sz="1800" dirty="0">
                <a:latin typeface="Times New Roman" panose="02020603050405020304" pitchFamily="18" charset="0"/>
                <a:cs typeface="Times New Roman" panose="02020603050405020304" pitchFamily="18" charset="0"/>
              </a:rPr>
              <a:t>Applied an 80/20 train-test split on the preprocessed longitudinal dataset (2000-2020).</a:t>
            </a:r>
            <a:endParaRPr lang="tr-TR" sz="18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en-US" sz="1800" b="1" dirty="0">
                <a:latin typeface="Times New Roman" panose="02020603050405020304" pitchFamily="18" charset="0"/>
                <a:cs typeface="Times New Roman" panose="02020603050405020304" pitchFamily="18" charset="0"/>
              </a:rPr>
              <a:t>Validation Scheme: </a:t>
            </a:r>
            <a:r>
              <a:rPr lang="en-US" sz="1800" dirty="0">
                <a:latin typeface="Times New Roman" panose="02020603050405020304" pitchFamily="18" charset="0"/>
                <a:cs typeface="Times New Roman" panose="02020603050405020304" pitchFamily="18" charset="0"/>
              </a:rPr>
              <a:t>Conducted 5fold cross-validation during the training phase to tune hyperparameters and mitigate overfitting.</a:t>
            </a:r>
            <a:endParaRPr lang="tr-TR" sz="1800" dirty="0">
              <a:latin typeface="Times New Roman" panose="02020603050405020304" pitchFamily="18" charset="0"/>
              <a:cs typeface="Times New Roman" panose="02020603050405020304" pitchFamily="18" charset="0"/>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p:txBody>
      </p:sp>
      <p:sp>
        <p:nvSpPr>
          <p:cNvPr id="493" name="Title 1">
            <a:extLst>
              <a:ext uri="{FF2B5EF4-FFF2-40B4-BE49-F238E27FC236}">
                <a16:creationId xmlns:a16="http://schemas.microsoft.com/office/drawing/2014/main" id="{4B23841E-5808-5E04-2CC0-9E5C4654A141}"/>
              </a:ext>
            </a:extLst>
          </p:cNvPr>
          <p:cNvSpPr txBox="1">
            <a:spLocks noGrp="1"/>
          </p:cNvSpPr>
          <p:nvPr>
            <p:ph type="title"/>
          </p:nvPr>
        </p:nvSpPr>
        <p:spPr>
          <a:xfrm>
            <a:off x="640854" y="1117161"/>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a:t>
            </a:r>
            <a:r>
              <a:rPr lang="tr-TR" sz="3350" b="1" dirty="0">
                <a:solidFill>
                  <a:schemeClr val="bg1"/>
                </a:solidFill>
                <a:latin typeface="Microsoft YaHei"/>
                <a:ea typeface="Merriweather Sans Regular ExtraBold"/>
                <a:cs typeface="Merriweather Sans Regular ExtraBold"/>
              </a:rPr>
              <a:t>/</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3A7A9FBD-9C91-0E31-84AA-C64E18617A43}"/>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ED1211A4-BEC4-6DF1-5C11-FAEB7B9A7D60}"/>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517B9DCC-567A-6B1C-0771-F88670B3DA29}"/>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03D5BFC0-AF58-A44A-97F7-B33040056F74}"/>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C7E0608D-2B53-EA16-F337-45EFE96C9375}"/>
              </a:ext>
            </a:extLst>
          </p:cNvPr>
          <p:cNvPicPr>
            <a:picLocks noChangeAspect="1"/>
          </p:cNvPicPr>
          <p:nvPr/>
        </p:nvPicPr>
        <p:blipFill>
          <a:blip r:embed="rId13"/>
          <a:stretch>
            <a:fillRect/>
          </a:stretch>
        </p:blipFill>
        <p:spPr>
          <a:xfrm>
            <a:off x="680822" y="1828853"/>
            <a:ext cx="3838069" cy="568509"/>
          </a:xfrm>
          <a:prstGeom prst="rect">
            <a:avLst/>
          </a:prstGeom>
        </p:spPr>
      </p:pic>
      <p:pic>
        <p:nvPicPr>
          <p:cNvPr id="7" name="Picture 6">
            <a:extLst>
              <a:ext uri="{FF2B5EF4-FFF2-40B4-BE49-F238E27FC236}">
                <a16:creationId xmlns:a16="http://schemas.microsoft.com/office/drawing/2014/main" id="{869CB8EE-A636-6ECA-D5AE-93CCF86A34AA}"/>
              </a:ext>
            </a:extLst>
          </p:cNvPr>
          <p:cNvPicPr>
            <a:picLocks noChangeAspect="1"/>
          </p:cNvPicPr>
          <p:nvPr/>
        </p:nvPicPr>
        <p:blipFill>
          <a:blip r:embed="rId13"/>
          <a:stretch>
            <a:fillRect/>
          </a:stretch>
        </p:blipFill>
        <p:spPr>
          <a:xfrm>
            <a:off x="-2720" y="6663074"/>
            <a:ext cx="12194720" cy="243885"/>
          </a:xfrm>
          <a:prstGeom prst="rect">
            <a:avLst/>
          </a:prstGeom>
        </p:spPr>
      </p:pic>
    </p:spTree>
    <p:extLst>
      <p:ext uri="{BB962C8B-B14F-4D97-AF65-F5344CB8AC3E}">
        <p14:creationId xmlns:p14="http://schemas.microsoft.com/office/powerpoint/2010/main" val="44085764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73683-A1E3-31E1-C52E-884C7748719E}"/>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99E16198-34B2-D5E6-AAE8-9AA9A1B92B06}"/>
              </a:ext>
            </a:extLst>
          </p:cNvPr>
          <p:cNvSpPr txBox="1">
            <a:spLocks noGrp="1"/>
          </p:cNvSpPr>
          <p:nvPr>
            <p:ph type="body" sz="quarter" idx="1"/>
          </p:nvPr>
        </p:nvSpPr>
        <p:spPr>
          <a:xfrm>
            <a:off x="569186" y="2395715"/>
            <a:ext cx="8007631" cy="1470023"/>
          </a:xfrm>
          <a:prstGeom prst="rect">
            <a:avLst/>
          </a:prstGeom>
        </p:spPr>
        <p:txBody>
          <a:bodyPr lIns="45719" tIns="45720" rIns="45719" bIns="45720" anchor="ctr">
            <a:norm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r>
              <a:rPr lang="tr-TR" sz="1600" dirty="0" err="1">
                <a:latin typeface="Times New Roman" panose="02020603050405020304" pitchFamily="18" charset="0"/>
                <a:cs typeface="Times New Roman" panose="02020603050405020304" pitchFamily="18" charset="0"/>
              </a:rPr>
              <a:t>We</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evaluated</a:t>
            </a:r>
            <a:r>
              <a:rPr lang="tr-TR" sz="1600" dirty="0">
                <a:latin typeface="Times New Roman" panose="02020603050405020304" pitchFamily="18" charset="0"/>
                <a:cs typeface="Times New Roman" panose="02020603050405020304" pitchFamily="18" charset="0"/>
              </a:rPr>
              <a:t> 7 </a:t>
            </a:r>
            <a:r>
              <a:rPr lang="tr-TR" sz="1600" dirty="0" err="1">
                <a:latin typeface="Times New Roman" panose="02020603050405020304" pitchFamily="18" charset="0"/>
                <a:cs typeface="Times New Roman" panose="02020603050405020304" pitchFamily="18" charset="0"/>
              </a:rPr>
              <a:t>distinct</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machine</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learning</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algorithms</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using</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Coefficient</a:t>
            </a:r>
            <a:r>
              <a:rPr lang="tr-TR" sz="1600" dirty="0">
                <a:latin typeface="Times New Roman" panose="02020603050405020304" pitchFamily="18" charset="0"/>
                <a:cs typeface="Times New Roman" panose="02020603050405020304" pitchFamily="18" charset="0"/>
              </a:rPr>
              <a:t> of </a:t>
            </a:r>
            <a:r>
              <a:rPr lang="tr-TR" sz="1600" dirty="0" err="1">
                <a:latin typeface="Times New Roman" panose="02020603050405020304" pitchFamily="18" charset="0"/>
                <a:cs typeface="Times New Roman" panose="02020603050405020304" pitchFamily="18" charset="0"/>
              </a:rPr>
              <a:t>Determination</a:t>
            </a:r>
            <a:r>
              <a:rPr lang="tr-TR"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R^2) and Root Mean Squared Error (RMSE) metrics:</a:t>
            </a:r>
            <a:endParaRPr lang="tr-TR" sz="16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tr-TR" sz="1600" dirty="0">
              <a:latin typeface="Times New Roman" panose="02020603050405020304" pitchFamily="18" charset="0"/>
              <a:cs typeface="Times New Roman" panose="02020603050405020304" pitchFamily="18" charset="0"/>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tr-TR" sz="1600" dirty="0">
              <a:latin typeface="Microsoft YaHei Light"/>
            </a:endParaRPr>
          </a:p>
        </p:txBody>
      </p:sp>
      <p:sp>
        <p:nvSpPr>
          <p:cNvPr id="493" name="Title 1">
            <a:extLst>
              <a:ext uri="{FF2B5EF4-FFF2-40B4-BE49-F238E27FC236}">
                <a16:creationId xmlns:a16="http://schemas.microsoft.com/office/drawing/2014/main" id="{4AB8310D-ADE0-6E0D-B5FB-7389D8BAA364}"/>
              </a:ext>
            </a:extLst>
          </p:cNvPr>
          <p:cNvSpPr txBox="1">
            <a:spLocks noGrp="1"/>
          </p:cNvSpPr>
          <p:nvPr>
            <p:ph type="title"/>
          </p:nvPr>
        </p:nvSpPr>
        <p:spPr>
          <a:xfrm>
            <a:off x="569186" y="882248"/>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a:t>
            </a:r>
            <a:r>
              <a:rPr lang="tr-TR" sz="3350" b="1" dirty="0">
                <a:solidFill>
                  <a:schemeClr val="bg1"/>
                </a:solidFill>
                <a:latin typeface="Microsoft YaHei"/>
                <a:ea typeface="Merriweather Sans Regular ExtraBold"/>
                <a:cs typeface="Merriweather Sans Regular ExtraBold"/>
              </a:rPr>
              <a:t>/</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D9B5B226-33FB-4972-C1AA-54EA9FAD7046}"/>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D9B5B226-33FB-4972-C1AA-54EA9FAD7046}"/>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5868A738-B156-60BC-4A27-D11EDF92133A}"/>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61BA8D3D-F237-CF15-7023-AD5BA5D9BBFF}"/>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61BA8D3D-F237-CF15-7023-AD5BA5D9BBFF}"/>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97634ADC-D9A9-31CB-BBE7-1D37469A27EC}"/>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F56D6FC0-7C44-7CDD-D442-46F472238C6A}"/>
              </a:ext>
            </a:extLst>
          </p:cNvPr>
          <p:cNvPicPr>
            <a:picLocks noChangeAspect="1"/>
          </p:cNvPicPr>
          <p:nvPr/>
        </p:nvPicPr>
        <p:blipFill>
          <a:blip r:embed="rId8"/>
          <a:stretch>
            <a:fillRect/>
          </a:stretch>
        </p:blipFill>
        <p:spPr>
          <a:xfrm>
            <a:off x="569186" y="1609792"/>
            <a:ext cx="3838069" cy="568509"/>
          </a:xfrm>
          <a:prstGeom prst="rect">
            <a:avLst/>
          </a:prstGeom>
        </p:spPr>
      </p:pic>
      <p:pic>
        <p:nvPicPr>
          <p:cNvPr id="7" name="Picture 6">
            <a:extLst>
              <a:ext uri="{FF2B5EF4-FFF2-40B4-BE49-F238E27FC236}">
                <a16:creationId xmlns:a16="http://schemas.microsoft.com/office/drawing/2014/main" id="{BDFB781E-8418-867B-E92D-15981F3AF3E1}"/>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5" name="Resim 4">
            <a:extLst>
              <a:ext uri="{FF2B5EF4-FFF2-40B4-BE49-F238E27FC236}">
                <a16:creationId xmlns:a16="http://schemas.microsoft.com/office/drawing/2014/main" id="{E08A96BE-29AF-6236-1526-756E93B3E0A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69186" y="3375693"/>
            <a:ext cx="4965231" cy="2724572"/>
          </a:xfrm>
          <a:prstGeom prst="rect">
            <a:avLst/>
          </a:prstGeom>
        </p:spPr>
      </p:pic>
      <p:pic>
        <p:nvPicPr>
          <p:cNvPr id="9" name="Resim 8">
            <a:extLst>
              <a:ext uri="{FF2B5EF4-FFF2-40B4-BE49-F238E27FC236}">
                <a16:creationId xmlns:a16="http://schemas.microsoft.com/office/drawing/2014/main" id="{F0B318C7-AD39-D1D0-6870-4645BC6A99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87133" y="3365243"/>
            <a:ext cx="5076256" cy="2724572"/>
          </a:xfrm>
          <a:prstGeom prst="rect">
            <a:avLst/>
          </a:prstGeom>
        </p:spPr>
      </p:pic>
    </p:spTree>
    <p:extLst>
      <p:ext uri="{BB962C8B-B14F-4D97-AF65-F5344CB8AC3E}">
        <p14:creationId xmlns:p14="http://schemas.microsoft.com/office/powerpoint/2010/main" val="17653846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1955-A806-AA24-8115-1C9D927A3B64}"/>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BCC1C15F-3875-228B-4A24-9F342DD0AF7D}"/>
              </a:ext>
            </a:extLst>
          </p:cNvPr>
          <p:cNvSpPr txBox="1">
            <a:spLocks noGrp="1"/>
          </p:cNvSpPr>
          <p:nvPr>
            <p:ph type="body" sz="quarter" idx="1"/>
          </p:nvPr>
        </p:nvSpPr>
        <p:spPr>
          <a:xfrm>
            <a:off x="-147318" y="2261252"/>
            <a:ext cx="45719" cy="2588798"/>
          </a:xfrm>
          <a:prstGeom prst="rect">
            <a:avLst/>
          </a:prstGeom>
        </p:spPr>
        <p:txBody>
          <a:bodyPr lIns="45719" tIns="45720" rIns="45719" bIns="45720" anchor="ctr">
            <a:norm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tr-TR" sz="1600" dirty="0">
              <a:latin typeface="Times New Roman" panose="02020603050405020304" pitchFamily="18" charset="0"/>
              <a:cs typeface="Times New Roman" panose="02020603050405020304" pitchFamily="18" charset="0"/>
            </a:endParaRPr>
          </a:p>
        </p:txBody>
      </p:sp>
      <p:sp>
        <p:nvSpPr>
          <p:cNvPr id="493" name="Title 1">
            <a:extLst>
              <a:ext uri="{FF2B5EF4-FFF2-40B4-BE49-F238E27FC236}">
                <a16:creationId xmlns:a16="http://schemas.microsoft.com/office/drawing/2014/main" id="{63DAC663-D0E7-A5D9-5B46-A3F8531D9B1F}"/>
              </a:ext>
            </a:extLst>
          </p:cNvPr>
          <p:cNvSpPr txBox="1">
            <a:spLocks noGrp="1"/>
          </p:cNvSpPr>
          <p:nvPr>
            <p:ph type="title"/>
          </p:nvPr>
        </p:nvSpPr>
        <p:spPr>
          <a:xfrm>
            <a:off x="640854" y="716254"/>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a:t>
            </a:r>
            <a:r>
              <a:rPr lang="tr-TR" sz="3350" b="1" dirty="0">
                <a:solidFill>
                  <a:schemeClr val="bg1"/>
                </a:solidFill>
                <a:latin typeface="Microsoft YaHei"/>
                <a:ea typeface="Merriweather Sans Regular ExtraBold"/>
                <a:cs typeface="Merriweather Sans Regular ExtraBold"/>
              </a:rPr>
              <a:t>/</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F1A4467E-1A94-BE77-F484-141CACBB4846}"/>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F1A4467E-1A94-BE77-F484-141CACBB4846}"/>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4CD9EEDE-2969-6093-D59A-BECCFF55D036}"/>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2C8AEB99-D23E-C56F-F3C7-BB18647026BA}"/>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2C8AEB99-D23E-C56F-F3C7-BB18647026BA}"/>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1BC4FF91-B2B0-CC0E-BC6F-C05B1217A998}"/>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C2BB16F7-DDC2-7738-B803-ED9BBE977DE6}"/>
              </a:ext>
            </a:extLst>
          </p:cNvPr>
          <p:cNvPicPr>
            <a:picLocks noChangeAspect="1"/>
          </p:cNvPicPr>
          <p:nvPr/>
        </p:nvPicPr>
        <p:blipFill>
          <a:blip r:embed="rId8"/>
          <a:stretch>
            <a:fillRect/>
          </a:stretch>
        </p:blipFill>
        <p:spPr>
          <a:xfrm>
            <a:off x="680822" y="1439442"/>
            <a:ext cx="3838069" cy="568509"/>
          </a:xfrm>
          <a:prstGeom prst="rect">
            <a:avLst/>
          </a:prstGeom>
        </p:spPr>
      </p:pic>
      <p:pic>
        <p:nvPicPr>
          <p:cNvPr id="7" name="Picture 6">
            <a:extLst>
              <a:ext uri="{FF2B5EF4-FFF2-40B4-BE49-F238E27FC236}">
                <a16:creationId xmlns:a16="http://schemas.microsoft.com/office/drawing/2014/main" id="{1F9FD78D-EBB3-BFF9-E4BC-6E50CAE12BCF}"/>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3" name="Resim 2">
            <a:extLst>
              <a:ext uri="{FF2B5EF4-FFF2-40B4-BE49-F238E27FC236}">
                <a16:creationId xmlns:a16="http://schemas.microsoft.com/office/drawing/2014/main" id="{6471E68B-D3B1-7285-FB45-6F7766EB56AC}"/>
              </a:ext>
            </a:extLst>
          </p:cNvPr>
          <p:cNvPicPr>
            <a:picLocks noChangeAspect="1"/>
          </p:cNvPicPr>
          <p:nvPr/>
        </p:nvPicPr>
        <p:blipFill>
          <a:blip r:embed="rId9"/>
          <a:stretch>
            <a:fillRect/>
          </a:stretch>
        </p:blipFill>
        <p:spPr>
          <a:xfrm>
            <a:off x="1965919" y="2219658"/>
            <a:ext cx="8257442" cy="3614000"/>
          </a:xfrm>
          <a:prstGeom prst="rect">
            <a:avLst/>
          </a:prstGeom>
        </p:spPr>
      </p:pic>
    </p:spTree>
    <p:extLst>
      <p:ext uri="{BB962C8B-B14F-4D97-AF65-F5344CB8AC3E}">
        <p14:creationId xmlns:p14="http://schemas.microsoft.com/office/powerpoint/2010/main" val="379189522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839DE-3A9D-162C-134F-AC9396EF532C}"/>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BE142F7C-6597-B028-BB48-ADEF74C370B2}"/>
              </a:ext>
            </a:extLst>
          </p:cNvPr>
          <p:cNvSpPr txBox="1">
            <a:spLocks noGrp="1"/>
          </p:cNvSpPr>
          <p:nvPr>
            <p:ph type="body" sz="quarter" idx="1"/>
          </p:nvPr>
        </p:nvSpPr>
        <p:spPr>
          <a:xfrm>
            <a:off x="-147318" y="2261252"/>
            <a:ext cx="45719" cy="2588798"/>
          </a:xfrm>
          <a:prstGeom prst="rect">
            <a:avLst/>
          </a:prstGeom>
        </p:spPr>
        <p:txBody>
          <a:bodyPr lIns="45719" tIns="45720" rIns="45719" bIns="45720" anchor="ctr">
            <a:norm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tr-TR" sz="1600" dirty="0">
              <a:latin typeface="Times New Roman" panose="02020603050405020304" pitchFamily="18" charset="0"/>
              <a:cs typeface="Times New Roman" panose="02020603050405020304" pitchFamily="18" charset="0"/>
            </a:endParaRPr>
          </a:p>
        </p:txBody>
      </p:sp>
      <p:sp>
        <p:nvSpPr>
          <p:cNvPr id="493" name="Title 1">
            <a:extLst>
              <a:ext uri="{FF2B5EF4-FFF2-40B4-BE49-F238E27FC236}">
                <a16:creationId xmlns:a16="http://schemas.microsoft.com/office/drawing/2014/main" id="{4D8B2D1E-86CE-FB1F-557B-BA66F50F0C60}"/>
              </a:ext>
            </a:extLst>
          </p:cNvPr>
          <p:cNvSpPr txBox="1">
            <a:spLocks noGrp="1"/>
          </p:cNvSpPr>
          <p:nvPr>
            <p:ph type="title"/>
          </p:nvPr>
        </p:nvSpPr>
        <p:spPr>
          <a:xfrm>
            <a:off x="640854" y="716254"/>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a:t>
            </a:r>
            <a:r>
              <a:rPr lang="tr-TR" sz="3350" b="1" dirty="0">
                <a:solidFill>
                  <a:schemeClr val="bg1"/>
                </a:solidFill>
                <a:latin typeface="Microsoft YaHei"/>
                <a:ea typeface="Merriweather Sans Regular ExtraBold"/>
                <a:cs typeface="Merriweather Sans Regular ExtraBold"/>
              </a:rPr>
              <a:t>/</a:t>
            </a:r>
            <a:r>
              <a:rPr lang="tr-TR" sz="3350" b="1" dirty="0" err="1">
                <a:solidFill>
                  <a:schemeClr val="bg1"/>
                </a:solidFill>
                <a:latin typeface="Microsoft YaHei"/>
                <a:ea typeface="Merriweather Sans Regular ExtraBold"/>
                <a:cs typeface="Merriweather Sans Regular ExtraBold"/>
              </a:rPr>
              <a:t>Testing</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mc:Choice xmlns:p14="http://schemas.microsoft.com/office/powerpoint/2010/main" Requires="p14">
          <p:contentPart p14:bwMode="auto" r:id="rId3">
            <p14:nvContentPartPr>
              <p14:cNvPr id="20" name="Ink 19">
                <a:extLst>
                  <a:ext uri="{FF2B5EF4-FFF2-40B4-BE49-F238E27FC236}">
                    <a16:creationId xmlns:a16="http://schemas.microsoft.com/office/drawing/2014/main" id="{6A86673F-2E8E-2901-A2AD-0B0EFA9BE97B}"/>
                  </a:ext>
                </a:extLst>
              </p14:cNvPr>
              <p14:cNvContentPartPr/>
              <p14:nvPr/>
            </p14:nvContentPartPr>
            <p14:xfrm>
              <a:off x="9907437" y="716254"/>
              <a:ext cx="13252" cy="13252"/>
            </p14:xfrm>
          </p:contentPart>
        </mc:Choice>
        <mc:Fallback>
          <p:pic>
            <p:nvPicPr>
              <p:cNvPr id="20" name="Ink 19">
                <a:extLst>
                  <a:ext uri="{FF2B5EF4-FFF2-40B4-BE49-F238E27FC236}">
                    <a16:creationId xmlns:a16="http://schemas.microsoft.com/office/drawing/2014/main" id="{6A86673F-2E8E-2901-A2AD-0B0EFA9BE97B}"/>
                  </a:ext>
                </a:extLst>
              </p:cNvPr>
              <p:cNvPicPr/>
              <p:nvPr/>
            </p:nvPicPr>
            <p:blipFill>
              <a:blip r:embed="rId4"/>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894D8B1F-EE4A-39F3-6AF5-7BCBA46D9EDA}"/>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mc:Choice xmlns:p14="http://schemas.microsoft.com/office/powerpoint/2010/main" Requires="p14">
          <p:contentPart p14:bwMode="auto" r:id="rId5">
            <p14:nvContentPartPr>
              <p14:cNvPr id="23" name="Ink 22">
                <a:extLst>
                  <a:ext uri="{FF2B5EF4-FFF2-40B4-BE49-F238E27FC236}">
                    <a16:creationId xmlns:a16="http://schemas.microsoft.com/office/drawing/2014/main" id="{6CAAEA84-DD13-4C24-9D16-6ACDF8A40C2D}"/>
                  </a:ext>
                </a:extLst>
              </p14:cNvPr>
              <p14:cNvContentPartPr/>
              <p14:nvPr/>
            </p14:nvContentPartPr>
            <p14:xfrm>
              <a:off x="1100137" y="565105"/>
              <a:ext cx="13252" cy="13252"/>
            </p14:xfrm>
          </p:contentPart>
        </mc:Choice>
        <mc:Fallback>
          <p:pic>
            <p:nvPicPr>
              <p:cNvPr id="23" name="Ink 22">
                <a:extLst>
                  <a:ext uri="{FF2B5EF4-FFF2-40B4-BE49-F238E27FC236}">
                    <a16:creationId xmlns:a16="http://schemas.microsoft.com/office/drawing/2014/main" id="{6CAAEA84-DD13-4C24-9D16-6ACDF8A40C2D}"/>
                  </a:ext>
                </a:extLst>
              </p:cNvPr>
              <p:cNvPicPr/>
              <p:nvPr/>
            </p:nvPicPr>
            <p:blipFill>
              <a:blip r:embed="rId6"/>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BC528C30-6A6F-5435-D8BD-E833FA32E16D}"/>
              </a:ext>
            </a:extLst>
          </p:cNvPr>
          <p:cNvPicPr>
            <a:picLocks noChangeAspect="1"/>
          </p:cNvPicPr>
          <p:nvPr/>
        </p:nvPicPr>
        <p:blipFill>
          <a:blip r:embed="rId7"/>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587A23B1-4CAB-43AC-5E0C-264FFBE51F02}"/>
              </a:ext>
            </a:extLst>
          </p:cNvPr>
          <p:cNvPicPr>
            <a:picLocks noChangeAspect="1"/>
          </p:cNvPicPr>
          <p:nvPr/>
        </p:nvPicPr>
        <p:blipFill>
          <a:blip r:embed="rId8"/>
          <a:stretch>
            <a:fillRect/>
          </a:stretch>
        </p:blipFill>
        <p:spPr>
          <a:xfrm>
            <a:off x="680822" y="1439442"/>
            <a:ext cx="3838069" cy="568509"/>
          </a:xfrm>
          <a:prstGeom prst="rect">
            <a:avLst/>
          </a:prstGeom>
        </p:spPr>
      </p:pic>
      <p:pic>
        <p:nvPicPr>
          <p:cNvPr id="7" name="Picture 6">
            <a:extLst>
              <a:ext uri="{FF2B5EF4-FFF2-40B4-BE49-F238E27FC236}">
                <a16:creationId xmlns:a16="http://schemas.microsoft.com/office/drawing/2014/main" id="{7700E2DD-5F7F-7DD2-5C83-B6F7F3F5E2E8}"/>
              </a:ext>
            </a:extLst>
          </p:cNvPr>
          <p:cNvPicPr>
            <a:picLocks noChangeAspect="1"/>
          </p:cNvPicPr>
          <p:nvPr/>
        </p:nvPicPr>
        <p:blipFill>
          <a:blip r:embed="rId8"/>
          <a:stretch>
            <a:fillRect/>
          </a:stretch>
        </p:blipFill>
        <p:spPr>
          <a:xfrm>
            <a:off x="-2720" y="6663074"/>
            <a:ext cx="12194720" cy="243885"/>
          </a:xfrm>
          <a:prstGeom prst="rect">
            <a:avLst/>
          </a:prstGeom>
        </p:spPr>
      </p:pic>
      <p:pic>
        <p:nvPicPr>
          <p:cNvPr id="5" name="Resim 4">
            <a:extLst>
              <a:ext uri="{FF2B5EF4-FFF2-40B4-BE49-F238E27FC236}">
                <a16:creationId xmlns:a16="http://schemas.microsoft.com/office/drawing/2014/main" id="{16058C2C-C777-9B2E-EAF0-527FB03A334A}"/>
              </a:ext>
            </a:extLst>
          </p:cNvPr>
          <p:cNvPicPr>
            <a:picLocks noChangeAspect="1"/>
          </p:cNvPicPr>
          <p:nvPr/>
        </p:nvPicPr>
        <p:blipFill>
          <a:blip r:embed="rId9"/>
          <a:stretch>
            <a:fillRect/>
          </a:stretch>
        </p:blipFill>
        <p:spPr>
          <a:xfrm>
            <a:off x="1437678" y="2173035"/>
            <a:ext cx="8554644" cy="4324954"/>
          </a:xfrm>
          <a:prstGeom prst="rect">
            <a:avLst/>
          </a:prstGeom>
        </p:spPr>
      </p:pic>
    </p:spTree>
    <p:extLst>
      <p:ext uri="{BB962C8B-B14F-4D97-AF65-F5344CB8AC3E}">
        <p14:creationId xmlns:p14="http://schemas.microsoft.com/office/powerpoint/2010/main" val="78168470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50125-0EAB-7433-9BD1-9F8A06B6E907}"/>
            </a:ext>
          </a:extLst>
        </p:cNvPr>
        <p:cNvGrpSpPr/>
        <p:nvPr/>
      </p:nvGrpSpPr>
      <p:grpSpPr>
        <a:xfrm>
          <a:off x="0" y="0"/>
          <a:ext cx="0" cy="0"/>
          <a:chOff x="0" y="0"/>
          <a:chExt cx="0" cy="0"/>
        </a:xfrm>
      </p:grpSpPr>
      <p:sp>
        <p:nvSpPr>
          <p:cNvPr id="490" name="Content Placeholder 2">
            <a:extLst>
              <a:ext uri="{FF2B5EF4-FFF2-40B4-BE49-F238E27FC236}">
                <a16:creationId xmlns:a16="http://schemas.microsoft.com/office/drawing/2014/main" id="{8655A231-4A41-EABE-3D1F-8B4085B22F5C}"/>
              </a:ext>
            </a:extLst>
          </p:cNvPr>
          <p:cNvSpPr txBox="1">
            <a:spLocks noGrp="1"/>
          </p:cNvSpPr>
          <p:nvPr>
            <p:ph type="body" sz="quarter" idx="1"/>
          </p:nvPr>
        </p:nvSpPr>
        <p:spPr>
          <a:xfrm>
            <a:off x="640854" y="1828800"/>
            <a:ext cx="8437832" cy="1871133"/>
          </a:xfrm>
          <a:prstGeom prst="rect">
            <a:avLst/>
          </a:prstGeom>
        </p:spPr>
        <p:txBody>
          <a:bodyPr lIns="45719" tIns="45720" rIns="45719" bIns="45720" anchor="ctr">
            <a:normAutofit/>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tr-TR" sz="1600" dirty="0">
              <a:latin typeface="Microsoft YaHei Light"/>
            </a:endParaRPr>
          </a:p>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p:txBody>
      </p:sp>
      <p:sp>
        <p:nvSpPr>
          <p:cNvPr id="493" name="Title 1">
            <a:extLst>
              <a:ext uri="{FF2B5EF4-FFF2-40B4-BE49-F238E27FC236}">
                <a16:creationId xmlns:a16="http://schemas.microsoft.com/office/drawing/2014/main" id="{25214560-EDB1-BDFF-BB93-4B378283252A}"/>
              </a:ext>
            </a:extLst>
          </p:cNvPr>
          <p:cNvSpPr txBox="1">
            <a:spLocks noGrp="1"/>
          </p:cNvSpPr>
          <p:nvPr>
            <p:ph type="title"/>
          </p:nvPr>
        </p:nvSpPr>
        <p:spPr>
          <a:xfrm>
            <a:off x="640854" y="454319"/>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Evaluation </a:t>
            </a:r>
            <a:r>
              <a:rPr lang="tr-TR" sz="3350" b="1" dirty="0" err="1">
                <a:solidFill>
                  <a:schemeClr val="bg1"/>
                </a:solidFill>
                <a:latin typeface="Microsoft YaHei"/>
                <a:ea typeface="Merriweather Sans Regular ExtraBold"/>
                <a:cs typeface="Merriweather Sans Regular ExtraBold"/>
              </a:rPr>
              <a:t>Results</a:t>
            </a:r>
            <a:endParaRPr lang="tr-TR" sz="3350" b="1" dirty="0">
              <a:solidFill>
                <a:schemeClr val="bg1"/>
              </a:solidFill>
              <a:latin typeface="Microsoft YaHei"/>
              <a:ea typeface="Merriweather Sans Regular ExtraBold"/>
              <a:cs typeface="Merriweather Sans Regular ExtraBold"/>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F607FB31-9E71-D065-EB98-84E98B7CEE89}"/>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34920EB0-ED1C-F718-FB33-2DB2FB707CBD}"/>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A6AF9B99-B034-D6BB-2CEC-380157A76D75}"/>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D5837826-A4BA-D674-8A4C-EE99873D0AF6}"/>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CEF9A128-30E3-3337-5E8D-B82A82763971}"/>
              </a:ext>
            </a:extLst>
          </p:cNvPr>
          <p:cNvPicPr>
            <a:picLocks noChangeAspect="1"/>
          </p:cNvPicPr>
          <p:nvPr/>
        </p:nvPicPr>
        <p:blipFill>
          <a:blip r:embed="rId13"/>
          <a:stretch>
            <a:fillRect/>
          </a:stretch>
        </p:blipFill>
        <p:spPr>
          <a:xfrm>
            <a:off x="680822" y="1178535"/>
            <a:ext cx="3838069" cy="568509"/>
          </a:xfrm>
          <a:prstGeom prst="rect">
            <a:avLst/>
          </a:prstGeom>
        </p:spPr>
      </p:pic>
      <p:pic>
        <p:nvPicPr>
          <p:cNvPr id="7" name="Picture 6">
            <a:extLst>
              <a:ext uri="{FF2B5EF4-FFF2-40B4-BE49-F238E27FC236}">
                <a16:creationId xmlns:a16="http://schemas.microsoft.com/office/drawing/2014/main" id="{DD50C84C-A3C4-1F6F-C50F-834AAEBBD543}"/>
              </a:ext>
            </a:extLst>
          </p:cNvPr>
          <p:cNvPicPr>
            <a:picLocks noChangeAspect="1"/>
          </p:cNvPicPr>
          <p:nvPr/>
        </p:nvPicPr>
        <p:blipFill>
          <a:blip r:embed="rId13"/>
          <a:stretch>
            <a:fillRect/>
          </a:stretch>
        </p:blipFill>
        <p:spPr>
          <a:xfrm>
            <a:off x="-2720" y="6663074"/>
            <a:ext cx="12194720" cy="243885"/>
          </a:xfrm>
          <a:prstGeom prst="rect">
            <a:avLst/>
          </a:prstGeom>
        </p:spPr>
      </p:pic>
      <p:sp>
        <p:nvSpPr>
          <p:cNvPr id="2" name="Metin kutusu 1">
            <a:extLst>
              <a:ext uri="{FF2B5EF4-FFF2-40B4-BE49-F238E27FC236}">
                <a16:creationId xmlns:a16="http://schemas.microsoft.com/office/drawing/2014/main" id="{4F755FDC-8AC4-D51F-97B8-D1F897F0DEE0}"/>
              </a:ext>
            </a:extLst>
          </p:cNvPr>
          <p:cNvSpPr txBox="1"/>
          <p:nvPr/>
        </p:nvSpPr>
        <p:spPr>
          <a:xfrm flipH="1">
            <a:off x="680821" y="2268773"/>
            <a:ext cx="8123544" cy="2308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buFont typeface="Arial" panose="020B0604020202020204" pitchFamily="34" charset="0"/>
              <a:buChar char="•"/>
            </a:pPr>
            <a:r>
              <a:rPr kumimoji="0" lang="tr-TR" sz="1800" b="1" i="0" u="none" strike="noStrike" cap="none" spc="0" normalizeH="0" baseline="0" dirty="0">
                <a:ln>
                  <a:noFill/>
                </a:ln>
                <a:solidFill>
                  <a:schemeClr val="bg1">
                    <a:lumMod val="50000"/>
                  </a:schemeClr>
                </a:solidFill>
                <a:effectLst/>
                <a:uFillTx/>
                <a:latin typeface="+mj-lt"/>
                <a:ea typeface="+mj-ea"/>
                <a:cs typeface="+mj-cs"/>
                <a:sym typeface="Calibri"/>
              </a:rPr>
              <a:t>Data </a:t>
            </a:r>
            <a:r>
              <a:rPr kumimoji="0" lang="tr-TR" sz="1800" b="1" i="0" u="none" strike="noStrike" cap="none" spc="0" normalizeH="0" baseline="0" dirty="0" err="1">
                <a:ln>
                  <a:noFill/>
                </a:ln>
                <a:solidFill>
                  <a:schemeClr val="bg1">
                    <a:lumMod val="50000"/>
                  </a:schemeClr>
                </a:solidFill>
                <a:effectLst/>
                <a:uFillTx/>
                <a:latin typeface="+mj-lt"/>
                <a:ea typeface="+mj-ea"/>
                <a:cs typeface="+mj-cs"/>
                <a:sym typeface="Calibri"/>
              </a:rPr>
              <a:t>Power</a:t>
            </a:r>
            <a:r>
              <a:rPr kumimoji="0" lang="tr-TR" sz="1800" b="1" i="0" u="none" strike="noStrike" cap="none" spc="0" normalizeH="0" baseline="0" dirty="0">
                <a:ln>
                  <a:noFill/>
                </a:ln>
                <a:solidFill>
                  <a:schemeClr val="bg1">
                    <a:lumMod val="50000"/>
                  </a:schemeClr>
                </a:solidFill>
                <a:effectLst/>
                <a:uFillTx/>
                <a:latin typeface="+mj-lt"/>
                <a:ea typeface="+mj-ea"/>
                <a:cs typeface="+mj-cs"/>
                <a:sym typeface="Calibri"/>
              </a:rPr>
              <a:t>: </a:t>
            </a:r>
            <a:r>
              <a:rPr lang="en-US" dirty="0">
                <a:solidFill>
                  <a:schemeClr val="bg1">
                    <a:lumMod val="50000"/>
                  </a:schemeClr>
                </a:solidFill>
              </a:rPr>
              <a:t>Using PCA reduced model complexity by 40% while maintaining accuracy.</a:t>
            </a:r>
            <a:endParaRPr lang="tr-TR" dirty="0">
              <a:solidFill>
                <a:schemeClr val="bg1">
                  <a:lumMod val="50000"/>
                </a:schemeClr>
              </a:solidFill>
            </a:endParaRPr>
          </a:p>
          <a:p>
            <a:pPr marL="285750" indent="-285750">
              <a:buFont typeface="Arial" panose="020B0604020202020204" pitchFamily="34" charset="0"/>
              <a:buChar char="•"/>
            </a:pPr>
            <a:endParaRPr kumimoji="0" lang="tr-TR" sz="1800" b="0" i="0" u="none" strike="noStrike" cap="none" spc="0" normalizeH="0" baseline="0" dirty="0">
              <a:ln>
                <a:noFill/>
              </a:ln>
              <a:solidFill>
                <a:schemeClr val="bg1">
                  <a:lumMod val="50000"/>
                </a:schemeClr>
              </a:solidFill>
              <a:effectLst/>
              <a:uFillTx/>
              <a:latin typeface="+mj-lt"/>
              <a:ea typeface="+mj-ea"/>
              <a:cs typeface="+mj-cs"/>
              <a:sym typeface="Calibri"/>
            </a:endParaRPr>
          </a:p>
          <a:p>
            <a:pPr marL="285750" indent="-285750">
              <a:buFont typeface="Arial" panose="020B0604020202020204" pitchFamily="34" charset="0"/>
              <a:buChar char="•"/>
            </a:pPr>
            <a:r>
              <a:rPr lang="en-US" b="1" dirty="0">
                <a:solidFill>
                  <a:schemeClr val="bg1">
                    <a:lumMod val="50000"/>
                  </a:schemeClr>
                </a:solidFill>
              </a:rPr>
              <a:t>Pandemic Impact:</a:t>
            </a:r>
            <a:r>
              <a:rPr lang="tr-TR" b="1" dirty="0">
                <a:solidFill>
                  <a:schemeClr val="bg1">
                    <a:lumMod val="50000"/>
                  </a:schemeClr>
                </a:solidFill>
              </a:rPr>
              <a:t> </a:t>
            </a:r>
            <a:r>
              <a:rPr lang="en-US" dirty="0">
                <a:solidFill>
                  <a:schemeClr val="bg1">
                    <a:lumMod val="50000"/>
                  </a:schemeClr>
                </a:solidFill>
              </a:rPr>
              <a:t>It has been confirmed that the COVID-19 variable has a significant negative impact on </a:t>
            </a:r>
            <a:r>
              <a:rPr lang="en-US" dirty="0"/>
              <a:t>life expectancy.</a:t>
            </a:r>
          </a:p>
          <a:p>
            <a:pPr marL="285750" indent="-285750">
              <a:buFont typeface="Arial" panose="020B0604020202020204" pitchFamily="34" charset="0"/>
              <a:buChar char="•"/>
            </a:pPr>
            <a:endParaRPr kumimoji="0" lang="tr-TR" sz="1800" b="0" i="0" u="none" strike="noStrike" cap="none" spc="0" normalizeH="0" baseline="0" dirty="0">
              <a:ln>
                <a:noFill/>
              </a:ln>
              <a:solidFill>
                <a:schemeClr val="bg1">
                  <a:lumMod val="50000"/>
                </a:schemeClr>
              </a:solidFill>
              <a:effectLst/>
              <a:uFillTx/>
              <a:latin typeface="+mj-lt"/>
              <a:ea typeface="+mj-ea"/>
              <a:cs typeface="+mj-cs"/>
              <a:sym typeface="Calibri"/>
            </a:endParaRPr>
          </a:p>
          <a:p>
            <a:pPr marL="285750" indent="-285750">
              <a:buFont typeface="Arial" panose="020B0604020202020204" pitchFamily="34" charset="0"/>
              <a:buChar char="•"/>
            </a:pPr>
            <a:r>
              <a:rPr lang="en-US" b="1" dirty="0">
                <a:solidFill>
                  <a:schemeClr val="bg1">
                    <a:lumMod val="50000"/>
                  </a:schemeClr>
                </a:solidFill>
              </a:rPr>
              <a:t>Future Vision:</a:t>
            </a:r>
            <a:r>
              <a:rPr lang="tr-TR" b="1" dirty="0">
                <a:solidFill>
                  <a:schemeClr val="bg1">
                    <a:lumMod val="50000"/>
                  </a:schemeClr>
                </a:solidFill>
              </a:rPr>
              <a:t> </a:t>
            </a:r>
            <a:r>
              <a:rPr lang="en-US" dirty="0">
                <a:solidFill>
                  <a:schemeClr val="bg1">
                    <a:lumMod val="50000"/>
                  </a:schemeClr>
                </a:solidFill>
              </a:rPr>
              <a:t>The model can be used to develop region-based health policies by being fed with local health data</a:t>
            </a:r>
            <a:r>
              <a:rPr lang="tr-TR" dirty="0">
                <a:solidFill>
                  <a:schemeClr val="bg1">
                    <a:lumMod val="50000"/>
                  </a:schemeClr>
                </a:solidFill>
              </a:rPr>
              <a:t> </a:t>
            </a:r>
            <a:r>
              <a:rPr lang="tr-TR" dirty="0" err="1">
                <a:solidFill>
                  <a:schemeClr val="bg1">
                    <a:lumMod val="50000"/>
                  </a:schemeClr>
                </a:solidFill>
              </a:rPr>
              <a:t>and</a:t>
            </a:r>
            <a:r>
              <a:rPr lang="tr-TR" dirty="0">
                <a:solidFill>
                  <a:schemeClr val="bg1">
                    <a:lumMod val="50000"/>
                  </a:schemeClr>
                </a:solidFill>
              </a:rPr>
              <a:t> </a:t>
            </a:r>
            <a:r>
              <a:rPr lang="tr-TR" dirty="0" err="1">
                <a:solidFill>
                  <a:schemeClr val="bg1">
                    <a:lumMod val="50000"/>
                  </a:schemeClr>
                </a:solidFill>
              </a:rPr>
              <a:t>other</a:t>
            </a:r>
            <a:r>
              <a:rPr lang="tr-TR" dirty="0">
                <a:solidFill>
                  <a:schemeClr val="bg1">
                    <a:lumMod val="50000"/>
                  </a:schemeClr>
                </a:solidFill>
              </a:rPr>
              <a:t> </a:t>
            </a:r>
            <a:r>
              <a:rPr lang="tr-TR" dirty="0" err="1">
                <a:solidFill>
                  <a:schemeClr val="bg1">
                    <a:lumMod val="50000"/>
                  </a:schemeClr>
                </a:solidFill>
              </a:rPr>
              <a:t>variables</a:t>
            </a:r>
            <a:r>
              <a:rPr lang="tr-TR" dirty="0">
                <a:solidFill>
                  <a:schemeClr val="bg1">
                    <a:lumMod val="50000"/>
                  </a:schemeClr>
                </a:solidFill>
              </a:rPr>
              <a:t>.</a:t>
            </a:r>
            <a:endParaRPr kumimoji="0" lang="tr-TR" sz="1800" b="0" i="0" u="none" strike="noStrike" cap="none" spc="0" normalizeH="0" baseline="0" dirty="0">
              <a:ln>
                <a:noFill/>
              </a:ln>
              <a:solidFill>
                <a:schemeClr val="bg1">
                  <a:lumMod val="50000"/>
                </a:schemeClr>
              </a:solidFill>
              <a:effectLst/>
              <a:uFillTx/>
              <a:latin typeface="+mj-lt"/>
              <a:ea typeface="+mj-ea"/>
              <a:cs typeface="+mj-cs"/>
              <a:sym typeface="Calibri"/>
            </a:endParaRPr>
          </a:p>
        </p:txBody>
      </p:sp>
    </p:spTree>
    <p:extLst>
      <p:ext uri="{BB962C8B-B14F-4D97-AF65-F5344CB8AC3E}">
        <p14:creationId xmlns:p14="http://schemas.microsoft.com/office/powerpoint/2010/main" val="119857985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EE49-26FB-FE42-C405-FDE9952E82A7}"/>
            </a:ext>
          </a:extLst>
        </p:cNvPr>
        <p:cNvGrpSpPr/>
        <p:nvPr/>
      </p:nvGrpSpPr>
      <p:grpSpPr>
        <a:xfrm>
          <a:off x="0" y="0"/>
          <a:ext cx="0" cy="0"/>
          <a:chOff x="0" y="0"/>
          <a:chExt cx="0" cy="0"/>
        </a:xfrm>
      </p:grpSpPr>
      <p:sp>
        <p:nvSpPr>
          <p:cNvPr id="493" name="Title 1">
            <a:extLst>
              <a:ext uri="{FF2B5EF4-FFF2-40B4-BE49-F238E27FC236}">
                <a16:creationId xmlns:a16="http://schemas.microsoft.com/office/drawing/2014/main" id="{D17768CE-A33E-DF56-D03E-69A57906F262}"/>
              </a:ext>
            </a:extLst>
          </p:cNvPr>
          <p:cNvSpPr txBox="1">
            <a:spLocks noGrp="1"/>
          </p:cNvSpPr>
          <p:nvPr>
            <p:ph type="title"/>
          </p:nvPr>
        </p:nvSpPr>
        <p:spPr>
          <a:xfrm>
            <a:off x="676149" y="288107"/>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Deployment</a:t>
            </a:r>
          </a:p>
        </p:txBody>
      </p:sp>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4BEA1273-D078-5363-F4F9-DB5E45A754B5}"/>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776B834A-1672-E504-FA55-273D4A0EA76E}"/>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ED3DE01A-3AEA-898F-A7BA-6182A2051DCE}"/>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714FF932-CF8F-A315-DC7A-2878D763E226}"/>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E5F3A94E-6C00-6DEB-F06A-45C060C09824}"/>
              </a:ext>
            </a:extLst>
          </p:cNvPr>
          <p:cNvPicPr>
            <a:picLocks noChangeAspect="1"/>
          </p:cNvPicPr>
          <p:nvPr/>
        </p:nvPicPr>
        <p:blipFill>
          <a:blip r:embed="rId13"/>
          <a:stretch>
            <a:fillRect/>
          </a:stretch>
        </p:blipFill>
        <p:spPr>
          <a:xfrm>
            <a:off x="676149" y="978734"/>
            <a:ext cx="3838069" cy="568509"/>
          </a:xfrm>
          <a:prstGeom prst="rect">
            <a:avLst/>
          </a:prstGeom>
        </p:spPr>
      </p:pic>
      <p:pic>
        <p:nvPicPr>
          <p:cNvPr id="7" name="Picture 6">
            <a:extLst>
              <a:ext uri="{FF2B5EF4-FFF2-40B4-BE49-F238E27FC236}">
                <a16:creationId xmlns:a16="http://schemas.microsoft.com/office/drawing/2014/main" id="{8BBE3CA2-AD21-DC80-E685-896F474CB92B}"/>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2" name="WhatsApp Video 2026-06-01 at 22.00.50">
            <a:hlinkClick r:id="" action="ppaction://media"/>
            <a:extLst>
              <a:ext uri="{FF2B5EF4-FFF2-40B4-BE49-F238E27FC236}">
                <a16:creationId xmlns:a16="http://schemas.microsoft.com/office/drawing/2014/main" id="{FB077A74-6478-38E6-534F-10A8B98BDF13}"/>
              </a:ext>
            </a:extLst>
          </p:cNvPr>
          <p:cNvPicPr>
            <a:picLocks noChangeAspect="1"/>
          </p:cNvPicPr>
          <p:nvPr>
            <a:videoFile r:link="rId2"/>
            <p:extLst>
              <p:ext uri="{DAA4B4D4-6D71-4841-9C94-3DE7FCFB9230}">
                <p14:media xmlns:p14="http://schemas.microsoft.com/office/powerpoint/2010/main" r:embed="rId1"/>
              </p:ext>
            </p:extLst>
          </p:nvPr>
        </p:nvPicPr>
        <p:blipFill>
          <a:blip r:embed="rId14"/>
          <a:srcRect t="-1606" b="44"/>
          <a:stretch>
            <a:fillRect/>
          </a:stretch>
        </p:blipFill>
        <p:spPr>
          <a:xfrm>
            <a:off x="2546514" y="1547243"/>
            <a:ext cx="7020196" cy="4711668"/>
          </a:xfrm>
          <a:prstGeom prst="rect">
            <a:avLst/>
          </a:prstGeom>
        </p:spPr>
      </p:pic>
    </p:spTree>
    <p:extLst>
      <p:ext uri="{BB962C8B-B14F-4D97-AF65-F5344CB8AC3E}">
        <p14:creationId xmlns:p14="http://schemas.microsoft.com/office/powerpoint/2010/main" val="145412066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6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EE49-26FB-FE42-C405-FDE9952E82A7}"/>
            </a:ext>
          </a:extLst>
        </p:cNvPr>
        <p:cNvGrpSpPr/>
        <p:nvPr/>
      </p:nvGrpSpPr>
      <p:grpSpPr>
        <a:xfrm>
          <a:off x="0" y="0"/>
          <a:ext cx="0" cy="0"/>
          <a:chOff x="0" y="0"/>
          <a:chExt cx="0" cy="0"/>
        </a:xfrm>
      </p:grpSpPr>
      <p:sp>
        <p:nvSpPr>
          <p:cNvPr id="493" name="Title 1">
            <a:extLst>
              <a:ext uri="{FF2B5EF4-FFF2-40B4-BE49-F238E27FC236}">
                <a16:creationId xmlns:a16="http://schemas.microsoft.com/office/drawing/2014/main" id="{D17768CE-A33E-DF56-D03E-69A57906F262}"/>
              </a:ext>
            </a:extLst>
          </p:cNvPr>
          <p:cNvSpPr txBox="1">
            <a:spLocks noGrp="1"/>
          </p:cNvSpPr>
          <p:nvPr>
            <p:ph type="title"/>
          </p:nvPr>
        </p:nvSpPr>
        <p:spPr>
          <a:xfrm>
            <a:off x="676149" y="288107"/>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Deployment</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4BEA1273-D078-5363-F4F9-DB5E45A754B5}"/>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776B834A-1672-E504-FA55-273D4A0EA76E}"/>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ED3DE01A-3AEA-898F-A7BA-6182A2051DCE}"/>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714FF932-CF8F-A315-DC7A-2878D763E226}"/>
              </a:ext>
            </a:extLst>
          </p:cNvPr>
          <p:cNvPicPr>
            <a:picLocks noChangeAspect="1"/>
          </p:cNvPicPr>
          <p:nvPr/>
        </p:nvPicPr>
        <p:blipFill>
          <a:blip r:embed="rId12"/>
          <a:stretch>
            <a:fillRect/>
          </a:stretch>
        </p:blipFill>
        <p:spPr>
          <a:xfrm>
            <a:off x="9534778" y="0"/>
            <a:ext cx="2657222" cy="1178535"/>
          </a:xfrm>
          <a:prstGeom prst="rect">
            <a:avLst/>
          </a:prstGeom>
        </p:spPr>
      </p:pic>
      <p:pic>
        <p:nvPicPr>
          <p:cNvPr id="6" name="Picture 5">
            <a:extLst>
              <a:ext uri="{FF2B5EF4-FFF2-40B4-BE49-F238E27FC236}">
                <a16:creationId xmlns:a16="http://schemas.microsoft.com/office/drawing/2014/main" id="{E5F3A94E-6C00-6DEB-F06A-45C060C09824}"/>
              </a:ext>
            </a:extLst>
          </p:cNvPr>
          <p:cNvPicPr>
            <a:picLocks noChangeAspect="1"/>
          </p:cNvPicPr>
          <p:nvPr/>
        </p:nvPicPr>
        <p:blipFill>
          <a:blip r:embed="rId13"/>
          <a:stretch>
            <a:fillRect/>
          </a:stretch>
        </p:blipFill>
        <p:spPr>
          <a:xfrm>
            <a:off x="676149" y="978734"/>
            <a:ext cx="3838069" cy="568509"/>
          </a:xfrm>
          <a:prstGeom prst="rect">
            <a:avLst/>
          </a:prstGeom>
        </p:spPr>
      </p:pic>
      <p:pic>
        <p:nvPicPr>
          <p:cNvPr id="7" name="Picture 6">
            <a:extLst>
              <a:ext uri="{FF2B5EF4-FFF2-40B4-BE49-F238E27FC236}">
                <a16:creationId xmlns:a16="http://schemas.microsoft.com/office/drawing/2014/main" id="{8BBE3CA2-AD21-DC80-E685-896F474CB92B}"/>
              </a:ext>
            </a:extLst>
          </p:cNvPr>
          <p:cNvPicPr>
            <a:picLocks noChangeAspect="1"/>
          </p:cNvPicPr>
          <p:nvPr/>
        </p:nvPicPr>
        <p:blipFill>
          <a:blip r:embed="rId13"/>
          <a:stretch>
            <a:fillRect/>
          </a:stretch>
        </p:blipFill>
        <p:spPr>
          <a:xfrm>
            <a:off x="-2720" y="6663074"/>
            <a:ext cx="12194720" cy="243885"/>
          </a:xfrm>
          <a:prstGeom prst="rect">
            <a:avLst/>
          </a:prstGeom>
        </p:spPr>
      </p:pic>
      <p:pic>
        <p:nvPicPr>
          <p:cNvPr id="5" name="Resim 4">
            <a:extLst>
              <a:ext uri="{FF2B5EF4-FFF2-40B4-BE49-F238E27FC236}">
                <a16:creationId xmlns:a16="http://schemas.microsoft.com/office/drawing/2014/main" id="{D0DB04A8-937E-F21D-8E07-F2CAEDC7B852}"/>
              </a:ext>
            </a:extLst>
          </p:cNvPr>
          <p:cNvPicPr>
            <a:picLocks noChangeAspect="1"/>
          </p:cNvPicPr>
          <p:nvPr/>
        </p:nvPicPr>
        <p:blipFill>
          <a:blip r:embed="rId14"/>
          <a:stretch>
            <a:fillRect/>
          </a:stretch>
        </p:blipFill>
        <p:spPr>
          <a:xfrm>
            <a:off x="1867784" y="1547243"/>
            <a:ext cx="7960027" cy="4272448"/>
          </a:xfrm>
          <a:prstGeom prst="rect">
            <a:avLst/>
          </a:prstGeom>
        </p:spPr>
      </p:pic>
      <p:sp>
        <p:nvSpPr>
          <p:cNvPr id="9" name="Metin kutusu 8">
            <a:hlinkClick r:id="rId15"/>
            <a:extLst>
              <a:ext uri="{FF2B5EF4-FFF2-40B4-BE49-F238E27FC236}">
                <a16:creationId xmlns:a16="http://schemas.microsoft.com/office/drawing/2014/main" id="{3E4147FE-641E-46F6-9C26-AF2AE9CCE76B}"/>
              </a:ext>
            </a:extLst>
          </p:cNvPr>
          <p:cNvSpPr txBox="1"/>
          <p:nvPr/>
        </p:nvSpPr>
        <p:spPr>
          <a:xfrm>
            <a:off x="3816223" y="5819067"/>
            <a:ext cx="610446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tr-TR" dirty="0">
                <a:solidFill>
                  <a:schemeClr val="bg1">
                    <a:lumMod val="50000"/>
                  </a:schemeClr>
                </a:solidFill>
                <a:hlinkClick r:id="rId15"/>
              </a:rPr>
              <a:t>https://a5ee08ff1488d8da44.gradio.live/</a:t>
            </a:r>
            <a:endParaRPr lang="tr-TR" dirty="0">
              <a:solidFill>
                <a:schemeClr val="bg1">
                  <a:lumMod val="50000"/>
                </a:schemeClr>
              </a:solidFill>
            </a:endParaRPr>
          </a:p>
        </p:txBody>
      </p:sp>
    </p:spTree>
    <p:extLst>
      <p:ext uri="{BB962C8B-B14F-4D97-AF65-F5344CB8AC3E}">
        <p14:creationId xmlns:p14="http://schemas.microsoft.com/office/powerpoint/2010/main" val="367508582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CAF23-DD65-269F-1D8E-1CA6266C6A7A}"/>
            </a:ext>
          </a:extLst>
        </p:cNvPr>
        <p:cNvGrpSpPr/>
        <p:nvPr/>
      </p:nvGrpSpPr>
      <p:grpSpPr>
        <a:xfrm>
          <a:off x="0" y="0"/>
          <a:ext cx="0" cy="0"/>
          <a:chOff x="0" y="0"/>
          <a:chExt cx="0" cy="0"/>
        </a:xfrm>
      </p:grpSpPr>
      <p:pic>
        <p:nvPicPr>
          <p:cNvPr id="2050" name="Picture 2" descr="UNDP ve Samsung'un kadınlara yönelik yapay zeka sınıfı ilk mezunlarını  verdi | United Nations Development Programme">
            <a:extLst>
              <a:ext uri="{FF2B5EF4-FFF2-40B4-BE49-F238E27FC236}">
                <a16:creationId xmlns:a16="http://schemas.microsoft.com/office/drawing/2014/main" id="{424D67F3-3598-4FAC-91DD-AA981438E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4246200F-AEC9-7D97-EAEC-3184EDC342F6}"/>
              </a:ext>
            </a:extLst>
          </p:cNvPr>
          <p:cNvSpPr>
            <a:spLocks noGrp="1"/>
          </p:cNvSpPr>
          <p:nvPr>
            <p:ph type="body" sz="quarter" idx="1"/>
          </p:nvPr>
        </p:nvSpPr>
        <p:spPr/>
        <p:txBody>
          <a:bodyPr/>
          <a:lstStyle/>
          <a:p>
            <a:r>
              <a:rPr lang="en-US" b="1" dirty="0">
                <a:latin typeface="Microsoft YaHei"/>
              </a:rPr>
              <a:t>Thank you!</a:t>
            </a:r>
            <a:endParaRPr lang="en-US" dirty="0"/>
          </a:p>
        </p:txBody>
      </p:sp>
    </p:spTree>
    <p:extLst>
      <p:ext uri="{BB962C8B-B14F-4D97-AF65-F5344CB8AC3E}">
        <p14:creationId xmlns:p14="http://schemas.microsoft.com/office/powerpoint/2010/main" val="4112296119"/>
      </p:ext>
    </p:extLst>
  </p:cSld>
  <p:clrMapOvr>
    <a:masterClrMapping/>
  </p:clrMapOvr>
  <p:transition spd="med"/>
</p:sld>
</file>

<file path=ppt/theme/theme1.xml><?xml version="1.0" encoding="utf-8"?>
<a:theme xmlns:a="http://schemas.openxmlformats.org/drawingml/2006/main" name="frontiertech">
  <a:themeElements>
    <a:clrScheme name="frontiertech">
      <a:dk1>
        <a:srgbClr val="2B2551"/>
      </a:dk1>
      <a:lt1>
        <a:srgbClr val="FEFFFE"/>
      </a:lt1>
      <a:dk2>
        <a:srgbClr val="A7A7A7"/>
      </a:dk2>
      <a:lt2>
        <a:srgbClr val="535353"/>
      </a:lt2>
      <a:accent1>
        <a:srgbClr val="FEC736"/>
      </a:accent1>
      <a:accent2>
        <a:srgbClr val="4CA2A9"/>
      </a:accent2>
      <a:accent3>
        <a:srgbClr val="5E73AC"/>
      </a:accent3>
      <a:accent4>
        <a:srgbClr val="B68A29"/>
      </a:accent4>
      <a:accent5>
        <a:srgbClr val="5B9BD5"/>
      </a:accent5>
      <a:accent6>
        <a:srgbClr val="70AD47"/>
      </a:accent6>
      <a:hlink>
        <a:srgbClr val="0000FF"/>
      </a:hlink>
      <a:folHlink>
        <a:srgbClr val="FF00FF"/>
      </a:folHlink>
    </a:clrScheme>
    <a:fontScheme name="frontiertech">
      <a:majorFont>
        <a:latin typeface="Calibri"/>
        <a:ea typeface="Calibri"/>
        <a:cs typeface="Calibri"/>
      </a:majorFont>
      <a:minorFont>
        <a:latin typeface="Helvetica"/>
        <a:ea typeface="Helvetica"/>
        <a:cs typeface="Helvetica"/>
      </a:minorFont>
    </a:fontScheme>
    <a:fmtScheme name="frontierte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rontiertech">
  <a:themeElements>
    <a:clrScheme name="frontiertech">
      <a:dk1>
        <a:srgbClr val="000000"/>
      </a:dk1>
      <a:lt1>
        <a:srgbClr val="FFFFFF"/>
      </a:lt1>
      <a:dk2>
        <a:srgbClr val="A7A7A7"/>
      </a:dk2>
      <a:lt2>
        <a:srgbClr val="535353"/>
      </a:lt2>
      <a:accent1>
        <a:srgbClr val="FEC736"/>
      </a:accent1>
      <a:accent2>
        <a:srgbClr val="4CA2A9"/>
      </a:accent2>
      <a:accent3>
        <a:srgbClr val="5E73AC"/>
      </a:accent3>
      <a:accent4>
        <a:srgbClr val="B68A29"/>
      </a:accent4>
      <a:accent5>
        <a:srgbClr val="5B9BD5"/>
      </a:accent5>
      <a:accent6>
        <a:srgbClr val="70AD47"/>
      </a:accent6>
      <a:hlink>
        <a:srgbClr val="0000FF"/>
      </a:hlink>
      <a:folHlink>
        <a:srgbClr val="FF00FF"/>
      </a:folHlink>
    </a:clrScheme>
    <a:fontScheme name="frontiertech">
      <a:majorFont>
        <a:latin typeface="Calibri"/>
        <a:ea typeface="Calibri"/>
        <a:cs typeface="Calibri"/>
      </a:majorFont>
      <a:minorFont>
        <a:latin typeface="Helvetica"/>
        <a:ea typeface="Helvetica"/>
        <a:cs typeface="Helvetica"/>
      </a:minorFont>
    </a:fontScheme>
    <a:fmtScheme name="frontierte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E9A02BA3BD6C54284F20B51199E6706" ma:contentTypeVersion="15" ma:contentTypeDescription="Create a new document." ma:contentTypeScope="" ma:versionID="1314add8d98afe7b1ad8b68d04a9bd93">
  <xsd:schema xmlns:xsd="http://www.w3.org/2001/XMLSchema" xmlns:xs="http://www.w3.org/2001/XMLSchema" xmlns:p="http://schemas.microsoft.com/office/2006/metadata/properties" xmlns:ns2="6259e846-8b77-4076-b7b3-191dee427045" xmlns:ns3="97847797-b717-4ffb-b5fd-2a237f853cda" targetNamespace="http://schemas.microsoft.com/office/2006/metadata/properties" ma:root="true" ma:fieldsID="5fce5cc6bbfd5576a0b874f3de58ed7d" ns2:_="" ns3:_="">
    <xsd:import namespace="6259e846-8b77-4076-b7b3-191dee427045"/>
    <xsd:import namespace="97847797-b717-4ffb-b5fd-2a237f853cd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59e846-8b77-4076-b7b3-191dee4270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8ebb0a5-c57d-4c3a-bec7-8a38252dd05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Flow_SignoffStatus" ma:index="22"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847797-b717-4ffb-b5fd-2a237f853cd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1c6c02b-ebe2-4c4d-aa1a-1071032b151f}" ma:internalName="TaxCatchAll" ma:showField="CatchAllData" ma:web="97847797-b717-4ffb-b5fd-2a237f853cda">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7847797-b717-4ffb-b5fd-2a237f853cda" xsi:nil="true"/>
    <lcf76f155ced4ddcb4097134ff3c332f xmlns="6259e846-8b77-4076-b7b3-191dee427045">
      <Terms xmlns="http://schemas.microsoft.com/office/infopath/2007/PartnerControls"/>
    </lcf76f155ced4ddcb4097134ff3c332f>
    <SharedWithUsers xmlns="97847797-b717-4ffb-b5fd-2a237f853cda">
      <UserInfo>
        <DisplayName>Yawen Liu</DisplayName>
        <AccountId>199</AccountId>
        <AccountType/>
      </UserInfo>
    </SharedWithUsers>
    <_Flow_SignoffStatus xmlns="6259e846-8b77-4076-b7b3-191dee427045" xsi:nil="true"/>
  </documentManagement>
</p:properties>
</file>

<file path=customXml/itemProps1.xml><?xml version="1.0" encoding="utf-8"?>
<ds:datastoreItem xmlns:ds="http://schemas.openxmlformats.org/officeDocument/2006/customXml" ds:itemID="{E2FFB1A3-86F8-4D83-B399-9B6D5E293CEC}">
  <ds:schemaRefs>
    <ds:schemaRef ds:uri="http://schemas.microsoft.com/sharepoint/v3/contenttype/forms"/>
  </ds:schemaRefs>
</ds:datastoreItem>
</file>

<file path=customXml/itemProps2.xml><?xml version="1.0" encoding="utf-8"?>
<ds:datastoreItem xmlns:ds="http://schemas.openxmlformats.org/officeDocument/2006/customXml" ds:itemID="{C514ABFA-9A30-4B41-8A66-6FBD4BAF2C1A}">
  <ds:schemaRefs>
    <ds:schemaRef ds:uri="6259e846-8b77-4076-b7b3-191dee427045"/>
    <ds:schemaRef ds:uri="97847797-b717-4ffb-b5fd-2a237f853cd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22449C5-8A7C-4DDF-8BBD-9834F5F8D2B3}">
  <ds:schemaRefs>
    <ds:schemaRef ds:uri="6259e846-8b77-4076-b7b3-191dee427045"/>
    <ds:schemaRef ds:uri="97847797-b717-4ffb-b5fd-2a237f853c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288</TotalTime>
  <Words>844</Words>
  <Application>Microsoft Office PowerPoint</Application>
  <PresentationFormat>Geniş ekran</PresentationFormat>
  <Paragraphs>55</Paragraphs>
  <Slides>16</Slides>
  <Notes>14</Notes>
  <HiddenSlides>0</HiddenSlides>
  <MMClips>1</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16</vt:i4>
      </vt:variant>
    </vt:vector>
  </HeadingPairs>
  <TitlesOfParts>
    <vt:vector size="26" baseType="lpstr">
      <vt:lpstr>Microsoft JhengHei</vt:lpstr>
      <vt:lpstr>Microsoft YaHei</vt:lpstr>
      <vt:lpstr>Microsoft YaHei Light</vt:lpstr>
      <vt:lpstr>Arial</vt:lpstr>
      <vt:lpstr>Calibri</vt:lpstr>
      <vt:lpstr>Calibri Light</vt:lpstr>
      <vt:lpstr>Helvetica Neue Thin</vt:lpstr>
      <vt:lpstr>Merriweather Sans Light</vt:lpstr>
      <vt:lpstr>Times New Roman</vt:lpstr>
      <vt:lpstr>frontiertech</vt:lpstr>
      <vt:lpstr>PowerPoint Sunusu</vt:lpstr>
      <vt:lpstr>Background</vt:lpstr>
      <vt:lpstr>Background</vt:lpstr>
      <vt:lpstr>Objectives</vt:lpstr>
      <vt:lpstr>Objectives</vt:lpstr>
      <vt:lpstr>SDG Relation</vt:lpstr>
      <vt:lpstr>Data</vt:lpstr>
      <vt:lpstr>Data</vt:lpstr>
      <vt:lpstr>Model Selection and Training/Testing</vt:lpstr>
      <vt:lpstr>Model Selection and Training/Testing</vt:lpstr>
      <vt:lpstr>Model Selection and Training/Testing</vt:lpstr>
      <vt:lpstr>Model Selection and Training/Testing</vt:lpstr>
      <vt:lpstr>Evaluation Results</vt:lpstr>
      <vt:lpstr>Deployment</vt:lpstr>
      <vt:lpstr>Deployment</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Tuğçe Kızılboğa</dc:creator>
  <cp:lastModifiedBy>Kübra Tuğçe KIZILBOĞA</cp:lastModifiedBy>
  <cp:revision>25</cp:revision>
  <dcterms:modified xsi:type="dcterms:W3CDTF">2026-06-01T19:07:36Z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0x0101007E9A02BA3BD6C54284F20B51199E6706</vt:lpwstr>
  </property>
  <property fmtid="{D5CDD505-2E9C-101B-9397-08002B2CF9AE}" pid="3" name="MediaServiceImageTags">
    <vt:lpwstr/>
  </property>
</Properties>
</file>